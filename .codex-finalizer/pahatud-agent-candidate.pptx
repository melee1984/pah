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25b1248dfe43db" /><Relationship Type="http://schemas.openxmlformats.org/officeDocument/2006/relationships/extended-properties" Target="/docProps/app.xml" Id="R072ee816d418486f" /><Relationship Type="http://schemas.openxmlformats.org/officeDocument/2006/relationships/officeDocument" Target="/ppt/presentation.xml" Id="R38a60bacdd6147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2f5e9c3ad64df5"/>
  </p:sldMasterIdLst>
  <p:notesMasterIdLst>
    <p:notesMasterId xmlns:r="http://schemas.openxmlformats.org/officeDocument/2006/relationships" r:id="R90ae0779933a4299"/>
  </p:notesMasterIdLst>
  <p:sldIdLst>
    <p:sldId xmlns:r="http://schemas.openxmlformats.org/officeDocument/2006/relationships" id="256" r:id="R837e7ff0b04e4c46"/>
    <p:sldId xmlns:r="http://schemas.openxmlformats.org/officeDocument/2006/relationships" id="257" r:id="Rc84b8dbb51784b53"/>
    <p:sldId xmlns:r="http://schemas.openxmlformats.org/officeDocument/2006/relationships" id="258" r:id="R6803d0956284444c"/>
    <p:sldId xmlns:r="http://schemas.openxmlformats.org/officeDocument/2006/relationships" id="259" r:id="R04b16df0a51046be"/>
    <p:sldId xmlns:r="http://schemas.openxmlformats.org/officeDocument/2006/relationships" id="260" r:id="R7ecd9333040a46bf"/>
    <p:sldId xmlns:r="http://schemas.openxmlformats.org/officeDocument/2006/relationships" id="261" r:id="R8f2b20cdb8e2479a"/>
    <p:sldId xmlns:r="http://schemas.openxmlformats.org/officeDocument/2006/relationships" id="262" r:id="Re983580eb1d947da"/>
    <p:sldId xmlns:r="http://schemas.openxmlformats.org/officeDocument/2006/relationships" id="263" r:id="Raa22ba17e73d4f9e"/>
    <p:sldId xmlns:r="http://schemas.openxmlformats.org/officeDocument/2006/relationships" id="264" r:id="R6f03b652d3174155"/>
    <p:sldId xmlns:r="http://schemas.openxmlformats.org/officeDocument/2006/relationships" id="265" r:id="Rc5ccedc655f242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6eac4840f4cbf" /><Relationship Type="http://schemas.openxmlformats.org/officeDocument/2006/relationships/slideMaster" Target="/ppt/slideMasters/slideMaster1.xml" Id="R862f5e9c3ad64df5" /><Relationship Type="http://schemas.openxmlformats.org/officeDocument/2006/relationships/notesMaster" Target="/ppt/notesMasters/notesMaster1.xml" Id="R90ae0779933a4299" /><Relationship Type="http://schemas.openxmlformats.org/officeDocument/2006/relationships/presProps" Target="/ppt/presProps.xml" Id="R8f17d70975f24e9a" /><Relationship Type="http://schemas.openxmlformats.org/officeDocument/2006/relationships/tableStyles" Target="/ppt/tableStyles.xml" Id="R1b46888475014f39" /><Relationship Type="http://schemas.openxmlformats.org/officeDocument/2006/relationships/slide" Target="/ppt/slides/slide1.xml" Id="R837e7ff0b04e4c46" /><Relationship Type="http://schemas.openxmlformats.org/officeDocument/2006/relationships/slide" Target="/ppt/slides/slide2.xml" Id="Rc84b8dbb51784b53" /><Relationship Type="http://schemas.openxmlformats.org/officeDocument/2006/relationships/slide" Target="/ppt/slides/slide3.xml" Id="R6803d0956284444c" /><Relationship Type="http://schemas.openxmlformats.org/officeDocument/2006/relationships/slide" Target="/ppt/slides/slide4.xml" Id="R04b16df0a51046be" /><Relationship Type="http://schemas.openxmlformats.org/officeDocument/2006/relationships/slide" Target="/ppt/slides/slide5.xml" Id="R7ecd9333040a46bf" /><Relationship Type="http://schemas.openxmlformats.org/officeDocument/2006/relationships/slide" Target="/ppt/slides/slide6.xml" Id="R8f2b20cdb8e2479a" /><Relationship Type="http://schemas.openxmlformats.org/officeDocument/2006/relationships/slide" Target="/ppt/slides/slide7.xml" Id="Re983580eb1d947da" /><Relationship Type="http://schemas.openxmlformats.org/officeDocument/2006/relationships/slide" Target="/ppt/slides/slide8.xml" Id="Raa22ba17e73d4f9e" /><Relationship Type="http://schemas.openxmlformats.org/officeDocument/2006/relationships/slide" Target="/ppt/slides/slide9.xml" Id="R6f03b652d3174155" /><Relationship Type="http://schemas.openxmlformats.org/officeDocument/2006/relationships/slide" Target="/ppt/slides/slide10.xml" Id="Rc5ccedc655f2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5314feb432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db657c6f74793" /><Relationship Type="http://schemas.openxmlformats.org/officeDocument/2006/relationships/notesMaster" Target="/ppt/notesMasters/notesMaster1.xml" Id="Rdb25a86d134b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07e4dfff84490f" /><Relationship Type="http://schemas.openxmlformats.org/officeDocument/2006/relationships/notesMaster" Target="/ppt/notesMasters/notesMaster1.xml" Id="Ra2481f07765c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e0f4f225e949bc" /><Relationship Type="http://schemas.openxmlformats.org/officeDocument/2006/relationships/notesMaster" Target="/ppt/notesMasters/notesMaster1.xml" Id="R8e895ed259ae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435667c0d74e36" /><Relationship Type="http://schemas.openxmlformats.org/officeDocument/2006/relationships/notesMaster" Target="/ppt/notesMasters/notesMaster1.xml" Id="R19953f920e2742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e93b458884098" /><Relationship Type="http://schemas.openxmlformats.org/officeDocument/2006/relationships/notesMaster" Target="/ppt/notesMasters/notesMaster1.xml" Id="R2e76071667f4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721f923ab3439b" /><Relationship Type="http://schemas.openxmlformats.org/officeDocument/2006/relationships/notesMaster" Target="/ppt/notesMasters/notesMaster1.xml" Id="R6b04e28ae0d445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b53f0270e049e2" /><Relationship Type="http://schemas.openxmlformats.org/officeDocument/2006/relationships/notesMaster" Target="/ppt/notesMasters/notesMaster1.xml" Id="R53d42008adac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b8b3d01bc4358" /><Relationship Type="http://schemas.openxmlformats.org/officeDocument/2006/relationships/notesMaster" Target="/ppt/notesMasters/notesMaster1.xml" Id="Re20224c4a9ea49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9cd2efd2444922" /><Relationship Type="http://schemas.openxmlformats.org/officeDocument/2006/relationships/notesMaster" Target="/ppt/notesMasters/notesMaster1.xml" Id="R0c085b5f44d4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fa061f434c40b4" /><Relationship Type="http://schemas.openxmlformats.org/officeDocument/2006/relationships/notesMaster" Target="/ppt/notesMasters/notesMaster1.xml" Id="R719c727641d4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56ec69b81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fca32581542e2" /><Relationship Type="http://schemas.openxmlformats.org/officeDocument/2006/relationships/slideLayout" Target="/ppt/slideLayouts/slideLayout1.xml" Id="R900bd755f5ba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bd755f5ba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57b73373f4c7f" /><Relationship Type="http://schemas.openxmlformats.org/officeDocument/2006/relationships/image" Target="/ppt/media/image.png" Id="R42105d5f45884a6b" /><Relationship Type="http://schemas.openxmlformats.org/officeDocument/2006/relationships/image" Target="/ppt/media/image2.png" Id="Ra521b9723a8647bd" /><Relationship Type="http://schemas.openxmlformats.org/officeDocument/2006/relationships/image" Target="/ppt/media/image.svg" Id="Rf8a44de2e3f44d2a" /><Relationship Type="http://schemas.openxmlformats.org/officeDocument/2006/relationships/notesSlide" Target="/ppt/notesSlides/notesSlide1.xml" Id="Rcd0dc4b7693c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4746bef7b48f6" /><Relationship Type="http://schemas.openxmlformats.org/officeDocument/2006/relationships/image" Target="/ppt/media/image3.png" Id="R9b0b113fe0db4b4d" /><Relationship Type="http://schemas.openxmlformats.org/officeDocument/2006/relationships/notesSlide" Target="/ppt/notesSlides/notesSlide2.xml" Id="R43d287ea227e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14c9648f94964" /><Relationship Type="http://schemas.openxmlformats.org/officeDocument/2006/relationships/notesSlide" Target="/ppt/notesSlides/notesSlide3.xml" Id="R54e76dd11a7c42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2e98ee2ad4e9b" /><Relationship Type="http://schemas.openxmlformats.org/officeDocument/2006/relationships/notesSlide" Target="/ppt/notesSlides/notesSlide4.xml" Id="R62c02e9b8f2e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949ed5ca64817" /><Relationship Type="http://schemas.openxmlformats.org/officeDocument/2006/relationships/notesSlide" Target="/ppt/notesSlides/notesSlide5.xml" Id="R7ddf967b682e43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1536a1ee45d0" /><Relationship Type="http://schemas.openxmlformats.org/officeDocument/2006/relationships/notesSlide" Target="/ppt/notesSlides/notesSlide6.xml" Id="R5429761e503e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c466f89e74726" /><Relationship Type="http://schemas.openxmlformats.org/officeDocument/2006/relationships/notesSlide" Target="/ppt/notesSlides/notesSlide7.xml" Id="R7c68792b90b148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4dc52ae0445f1" /><Relationship Type="http://schemas.openxmlformats.org/officeDocument/2006/relationships/notesSlide" Target="/ppt/notesSlides/notesSlide8.xml" Id="R16241c950e8848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d8b2cf6e4518" /><Relationship Type="http://schemas.openxmlformats.org/officeDocument/2006/relationships/image" Target="/ppt/media/image.jpeg" Id="R7a424c92bb134b0d" /><Relationship Type="http://schemas.openxmlformats.org/officeDocument/2006/relationships/image" Target="/ppt/media/image2.jpeg" Id="R329482b6e0e7478f" /><Relationship Type="http://schemas.openxmlformats.org/officeDocument/2006/relationships/image" Target="/ppt/media/image3.jpeg" Id="R45083b153a2242ae" /><Relationship Type="http://schemas.openxmlformats.org/officeDocument/2006/relationships/notesSlide" Target="/ppt/notesSlides/notesSlide9.xml" Id="R69eddea8482d4c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f4e265ba4924" /><Relationship Type="http://schemas.openxmlformats.org/officeDocument/2006/relationships/image" Target="/ppt/media/image4.png" Id="R55b65c7114be4613" /><Relationship Type="http://schemas.openxmlformats.org/officeDocument/2006/relationships/image" Target="/ppt/media/image2.svg" Id="R80def88963324126" /><Relationship Type="http://schemas.openxmlformats.org/officeDocument/2006/relationships/image" Target="/ppt/media/image5.png" Id="R01c8edbd370d432f" /><Relationship Type="http://schemas.openxmlformats.org/officeDocument/2006/relationships/notesSlide" Target="/ppt/notesSlides/notesSlide10.xml" Id="Rd2b6675f5b6f48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72BA9-EA75-43B0-8AD4-CD9BE0CA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6FD83-5157-46EE-8499-57DA8F5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05d5f45884a6b"/>
          <a:stretch xmlns:a="http://schemas.openxmlformats.org/drawingml/2006/main"/>
        </p:blipFill>
        <p:spPr>
          <a:xfrm xmlns:a="http://schemas.openxmlformats.org/drawingml/2006/main">
            <a:off x="7648575" y="1916945"/>
            <a:ext cx="3657600" cy="3024109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DD876-B69F-4DC0-9F37-6DE2DCC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1b9723a8647bd">
            <a:extLst>
              <a:ext uri="{96DAC541-7B7A-43D3-8B79-37D633B846F1}">
                <asvg:svgBlip xmlns:asvg="http://schemas.microsoft.com/office/drawing/2016/SVG/main" r:embed="Rf8a44de2e3f44d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9535D-F664-4630-89AF-0848CD2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PAHATUDFOOD AGENT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B53E6-349B-40F3-AE10-98B786CA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Grow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BD274-2F31-4AF3-84CF-25E0973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practical introduction to the Pahatud Agent role, benefits, earnings, and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8280D-6E28-4230-94D5-AB63A9A1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AGENT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7D642-0CC6-4D85-8042-E8C09F36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12606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8713B-EC5A-4F4E-AF1E-9D0A9B73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66230-43E0-4DF2-8B22-6AA8193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Agents connect restaurants to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D7997-5E87-4154-BD62-E8C99EB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You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C8392-AABF-461E-BC3A-BFD89DB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2D063-BF7C-4FB4-B80E-ED234C48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A09D9-0F4F-40FD-9CF5-E260B71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759A2-0639-4DF3-8F09-7453A79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77A1E-9033-4C24-8ACA-DFC70AB8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47FC4-C252-4C2E-B91F-3BFEBCA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FA36C-6239-4A46-91DE-D5E49F5A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D585F-0FB7-444E-8DEE-F5C41C2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8ADB4-DF05-4629-AC81-060DDBF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BEC6-27DB-4D6C-875B-633B98C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04429-0BA7-4C15-9C6B-A9428D8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b113fe0db4b4d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CEB20-0E58-46BB-8358-56F3FE34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071D6-FDFA-4E07-9B9D-4C3E6D5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9147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E01BF-3C99-4799-9C08-FFD2CC1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8872D-F8E8-4F3D-989D-0068D1A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B737-A029-4869-AC07-14472D7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4D831-F8FB-437A-9112-645E8C0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3D8B-BE74-4762-BD68-5931EC4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AE646-0399-43D0-8741-94984B8B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E522C-BAE1-4E88-8DF5-D3D0380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290F-1895-4CE3-8AB4-358B10D3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C7D19-1FE1-4051-A290-7F3047E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22687-FC85-4A22-8068-D0F65CF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385B2-33EB-48DB-A66F-09F21D6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6B811-7135-4331-92BB-BD9D28AA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7D441-B87B-44D3-84BD-05DFC93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64BB9-F8E4-4EED-B3FA-CB064B07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13E6D-0938-4234-93EB-A399BA99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106EE-CA44-4B43-8A9C-F0B42F6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47C3E-E917-4340-944B-2DA5C78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63BED-19FE-4BC4-BB45-5B3FECA1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DAD4C-DC5F-4124-8E67-7C1485C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D5DDD-088C-43B3-ACC7-CECA726C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1116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1D599-DC5F-40E1-95D9-3BC48F41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9CE4-7E74-4240-B42A-3C5F5BD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earnings come from Pahatud's commission.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A5263-2C26-4388-A82A-F06AD5F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Your share is not calculated from the full order value. Example uses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0A686-169F-4E3D-9D04-97305C27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615A7-3705-4956-ACED-BE23784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24636-8074-4723-880B-89ADAC6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9126D-F936-4815-9C42-6095FA70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DD75C-DD17-42BD-98BF-2005A6E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FBE5F-5B7C-428E-88A6-66033DA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4EA24-DA0F-4C4C-A2C9-5B967B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BE5ED-ACD8-4486-80A3-8745774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395D0-E7B8-474C-81FA-9B5E72F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DB36C-9F83-4854-B120-F7CE9AD6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ECB9A-EDCD-422B-9201-C46569E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F85E6-C9A7-4712-A6A5-2265F96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7AD0C-CF7D-4818-AF9C-A048230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A208B-A17B-43DA-8B13-6CCBCE0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7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8A694-E300-4C0B-9677-6AE897F7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9946E-BF64-4A30-87B8-1CCD4B9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8821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9FD17-94A9-49FB-AD6D-C7B8B705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A7318-1C48-4F55-A9ED-FD15C62A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 every commission from order to payout.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618F1-F397-4979-A696-18FCA2F6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C01B-86DD-486C-98CD-390CABB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8C5E2-3ABF-4135-9E10-6004D06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36E3A-9F0B-4689-B56B-653F9EDF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57AC2-E93C-4169-8AE0-413FA724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B6E57-93C0-47F6-AC72-A7B08BE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0C21E-130F-42EC-927F-47309437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0388A-7A4A-4F9B-984E-8F985DF6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5DBF3-4B06-4F81-954C-BD44B815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9AE91-48BA-41DE-96F4-F59C912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335E9-3489-4F6D-A47D-338869B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9C6E4-A704-4C83-92D8-200C09BD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AB8F8-E2D2-4DEB-9E86-1C876088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200B8-DB97-47E9-B735-B770F18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686F6-F601-49AE-AE44-5EA3C48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2868-F3FB-440D-B6C5-C0B1A47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F7885-7F5C-4338-A4D6-1DA57E9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5CC25-E5AB-4860-A362-A69D54E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B1774-2353-4D9E-933E-DB82306C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55329-BD73-46E5-B54C-D8B41EFF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8153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64D6F-C228-4918-9EF8-C4D1B2F6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821E9-1363-4333-90E3-3E76E0C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41A84-BE39-4FF7-8A41-ACEEEE7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936E1-12B8-404D-B927-442D0D4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4736B-6364-4913-B136-BD26E23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1F195-129B-4F2A-A103-DF7DC7EA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FFAEE-60BF-486D-8C2E-DE92D6D2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42C82-D680-49AD-A15F-53DB690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1B297-2E72-4B69-A20B-0DD29E9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24F5-0C83-4349-8371-F5D93F9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1025D-E91E-49DE-B920-D11E8160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93446-6D4B-4829-B063-53AB3CB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07FA5-40E7-40B6-847D-414E3F4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F0A34-30F3-46F0-9CAA-C7F0C272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3A379-7D52-4D53-A2ED-7820D3A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A40EB-7C01-45F0-8B99-B23C95A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CCDE8-92C5-40A4-84AF-5AAB451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96511-25BE-43F1-8A3E-727AC0B3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083EB-EAB8-474F-AB17-158BF4AA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5DC4E-00EB-44BC-BB8C-722629CF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743A2-2166-4D07-9019-3A1F55C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50D4D-BA2E-40BF-9B02-42EDB776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C3858-E397-41C6-88F0-6C97D11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55D8E-C62A-41C5-8B36-85A71E8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698BA-5A63-4EE0-B482-8F84CA15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A05BB-F708-4A94-B501-7B1CAE4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2117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25006-B1DE-426B-899C-AACCD3C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449D2-18B8-4904-A114-1A95E952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HELP A LOCAL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RESTAURANT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F2B6F-E681-40E7-B57E-4CD5D4D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D6DADC"/>
                </a:solidFill>
                <a:latin typeface="DM Sans"/>
                <a:ea typeface="DM Sans"/>
                <a:cs typeface="DM Sans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9D373-8535-47E3-81B3-1F9A711A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5DE46-8E92-421F-A4B3-97A5D6F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A2F08-3B73-44EE-BF86-05C4C79E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876C7-FE7D-4358-B4BB-AF73847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16E5A-57E7-4BEA-B110-A686C5E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EB6F4-D9FF-456E-A110-0A46B2C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D3948-B612-4585-AEF4-BB5CBEB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5A5EA-6432-4903-83F5-F33A1C2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7C162-061E-435D-931C-86993ED8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CFAA1-2EA1-49A3-AEE6-1D00526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BB711-1C5E-4BA0-8090-32FEB6DC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0BC6-17A5-423D-A247-87FC8ED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AA9FF-F786-4E35-A714-C09EA753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B80E1-09AF-4627-93A6-7D80331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FB41B-F924-4017-AD79-F55AFD93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13386-96F7-4154-AB26-20EB9BA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9FB78-12CB-476E-BEF6-84525E0B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1381B-73D6-4D7F-91E5-E787C3F1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0B3C0-ED62-4BC2-9082-6325CE6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E0235-24E1-4BA0-8847-852C8EAF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C72A2E"/>
                </a:solidFill>
                <a:latin typeface="Manrope"/>
                <a:ea typeface="Manrope"/>
                <a:cs typeface="Manrope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D1622-D4A2-4146-A0E1-75201A6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36905-9753-41B2-B719-F187DB5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95997-9B2E-4BD4-AF44-4A9A18D3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96ED0-6824-47D1-A9D8-F88DD0F1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B2BE1-0077-4F3E-8360-AC50DB6A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D06E0-F0F6-4FAD-B00B-7AD587B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4755DD-DF11-48A0-8FB9-6315405B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E7BA6-DE4D-49FD-8474-ACFEF62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0170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A231D-AAE0-4FAC-87B2-06D65947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51F8-E2FF-4461-A684-E65AA9E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67A2C-0D5B-40DF-8C2C-D9144F7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13E81-E9F2-4154-95D2-C5333ED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8BFC9-74C5-48B6-BDFA-9678942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6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54F10-C153-4A45-81F1-709EA3FE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269A-7FFE-48BE-A22B-9F11737B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AC1EE-3139-4A97-B7B0-3A18513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CF1CE-7C11-46ED-9136-267710D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1A33A"/>
                </a:solidFill>
                <a:latin typeface="Manrope"/>
                <a:ea typeface="Manrope"/>
                <a:cs typeface="Manrope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F1B8-5C52-4025-9FAA-9AADC0C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FA7FE-E338-44B3-9F38-33F1FF1D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DA6D9-2BA1-432C-BA60-92F065C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138A64"/>
                </a:solidFill>
                <a:latin typeface="Manrope"/>
                <a:ea typeface="Manrope"/>
                <a:cs typeface="Manrope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6ABAB-38F3-41EF-A8F5-D3C4A47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B8D0D-DA11-4672-BF88-BD9244D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217A5-5DD4-4262-9194-EA23CB38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A6C1F-62D8-414C-8C28-9708179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0686C"/>
                </a:solidFill>
                <a:latin typeface="DM Sans"/>
                <a:ea typeface="DM Sans"/>
                <a:cs typeface="DM Sans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EBEFB-F7BE-4250-804A-6EA0EBB7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D8A9F-89E4-4707-AA59-E74C3C8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1016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F8427-2AD2-453C-8FF0-9AD7459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AB50-3159-41FD-B0BC-874D88A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5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1FDC2-ACC2-40A8-928A-0A611744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7A468-76F4-4875-88B9-9331BFE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83A6E-C9A6-49DD-A126-F036261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3968A-7C22-4A4F-9314-8E6CBF3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C6515-FD4F-441B-B072-B4A5055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EC5D5-3373-441E-A15B-3151B4E9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343CC-E644-4FAD-B957-0041C1A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8529C-AA87-44E1-A4EB-04117D4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CDD0E-AF66-4078-A736-2E11153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76EA7-85DE-4F8A-AA9C-CDEFEF2C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4EE31-BC6D-4FC8-94D5-DD7D5D1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57562-A355-4572-9620-60A6F52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89D87-FD7A-4FDE-AD92-B2A13D4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F967C-99A0-4C42-8150-E99A3B0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7A218-0EE0-45F9-ADEE-7191610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C6CBCE"/>
                </a:solidFill>
                <a:latin typeface="DM Sans"/>
                <a:ea typeface="DM Sans"/>
                <a:cs typeface="DM Sans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C4398-3E24-486D-874C-6D33941A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24c92bb134b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D908D-199A-423D-9410-F8C89A6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482b6e0e747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6FF2B-23C4-4A10-8827-28DAEE9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83b153a2242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7D761-3791-4997-896E-40F09CDA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9063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D4C83-D31A-4E7B-9A65-2708C167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C4700-B4AF-4B4C-833F-569FE3F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00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65c7114be4613">
            <a:extLst>
              <a:ext uri="{96DAC541-7B7A-43D3-8B79-37D633B846F1}">
                <asvg:svgBlip xmlns:asvg="http://schemas.microsoft.com/office/drawing/2016/SVG/main" r:embed="R80def889633241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A13B9-37DE-4813-8B34-33FD5C1D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B21B7-5244-4402-B37B-6C8D630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Apply. Get approved. Start building your restaurant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2A127-F3ED-4366-9BEF-5AD953D6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pahatud.com/agent/register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57A92-4784-47CB-9863-7BCC089E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support: info@pahatud.com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8B10B-1B2F-4710-A8F6-DFA60D0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8edbd370d432f"/>
          <a:stretch xmlns:a="http://schemas.openxmlformats.org/drawingml/2006/main"/>
        </p:blipFill>
        <p:spPr>
          <a:xfrm xmlns:a="http://schemas.openxmlformats.org/drawingml/2006/main">
            <a:off x="8367713" y="781050"/>
            <a:ext cx="2143125" cy="4762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4B696-8705-4C19-BA8F-50A0C517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Help more local restaurants become discoverable, order-ready, and connected to delivery.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3EEB-02DE-4692-BF80-7C9500AB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B9295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3000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2026-09-21T07:39:37.2120000Z</dcterms:created>
  <dcterms:modified xsi:type="dcterms:W3CDTF">2026-09-21T07:39:37.2120000Z</dcterms:modified>
</coreProperties>
</file>