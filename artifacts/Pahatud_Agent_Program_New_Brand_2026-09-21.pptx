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38ec770e984d72" /><Relationship Type="http://schemas.openxmlformats.org/officeDocument/2006/relationships/extended-properties" Target="/docProps/app.xml" Id="Rb0aefd69faac464c" /><Relationship Type="http://schemas.openxmlformats.org/officeDocument/2006/relationships/officeDocument" Target="/ppt/presentation.xml" Id="Rff7555c4c1a547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ed065ba5c44146"/>
  </p:sldMasterIdLst>
  <p:notesMasterIdLst>
    <p:notesMasterId xmlns:r="http://schemas.openxmlformats.org/officeDocument/2006/relationships" r:id="R900013d945a64660"/>
  </p:notesMasterIdLst>
  <p:sldIdLst>
    <p:sldId xmlns:r="http://schemas.openxmlformats.org/officeDocument/2006/relationships" id="256" r:id="Rd1fdb3ca0cd947a7"/>
    <p:sldId xmlns:r="http://schemas.openxmlformats.org/officeDocument/2006/relationships" id="257" r:id="Re01f295edd214dfe"/>
    <p:sldId xmlns:r="http://schemas.openxmlformats.org/officeDocument/2006/relationships" id="258" r:id="R389a216b9c8a43b4"/>
    <p:sldId xmlns:r="http://schemas.openxmlformats.org/officeDocument/2006/relationships" id="259" r:id="R1b3665b7c4c34b85"/>
    <p:sldId xmlns:r="http://schemas.openxmlformats.org/officeDocument/2006/relationships" id="260" r:id="Red9afffdd3e64ea7"/>
    <p:sldId xmlns:r="http://schemas.openxmlformats.org/officeDocument/2006/relationships" id="261" r:id="Rc3c0eee179fe4bd8"/>
    <p:sldId xmlns:r="http://schemas.openxmlformats.org/officeDocument/2006/relationships" id="262" r:id="R91049eb0481d405c"/>
    <p:sldId xmlns:r="http://schemas.openxmlformats.org/officeDocument/2006/relationships" id="263" r:id="R93b81caac3be45bf"/>
    <p:sldId xmlns:r="http://schemas.openxmlformats.org/officeDocument/2006/relationships" id="264" r:id="R9955231639834901"/>
    <p:sldId xmlns:r="http://schemas.openxmlformats.org/officeDocument/2006/relationships" id="265" r:id="Rdabece6a7a6f42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df99cf23634464" /><Relationship Type="http://schemas.openxmlformats.org/officeDocument/2006/relationships/slideMaster" Target="/ppt/slideMasters/slideMaster1.xml" Id="R89ed065ba5c44146" /><Relationship Type="http://schemas.openxmlformats.org/officeDocument/2006/relationships/notesMaster" Target="/ppt/notesMasters/notesMaster1.xml" Id="R900013d945a64660" /><Relationship Type="http://schemas.openxmlformats.org/officeDocument/2006/relationships/presProps" Target="/ppt/presProps.xml" Id="R079bbe8884dc410a" /><Relationship Type="http://schemas.openxmlformats.org/officeDocument/2006/relationships/tableStyles" Target="/ppt/tableStyles.xml" Id="Rc67ef51df7de4671" /><Relationship Type="http://schemas.openxmlformats.org/officeDocument/2006/relationships/slide" Target="/ppt/slides/slide1.xml" Id="Rd1fdb3ca0cd947a7" /><Relationship Type="http://schemas.openxmlformats.org/officeDocument/2006/relationships/slide" Target="/ppt/slides/slide2.xml" Id="Re01f295edd214dfe" /><Relationship Type="http://schemas.openxmlformats.org/officeDocument/2006/relationships/slide" Target="/ppt/slides/slide3.xml" Id="R389a216b9c8a43b4" /><Relationship Type="http://schemas.openxmlformats.org/officeDocument/2006/relationships/slide" Target="/ppt/slides/slide4.xml" Id="R1b3665b7c4c34b85" /><Relationship Type="http://schemas.openxmlformats.org/officeDocument/2006/relationships/slide" Target="/ppt/slides/slide5.xml" Id="Red9afffdd3e64ea7" /><Relationship Type="http://schemas.openxmlformats.org/officeDocument/2006/relationships/slide" Target="/ppt/slides/slide6.xml" Id="Rc3c0eee179fe4bd8" /><Relationship Type="http://schemas.openxmlformats.org/officeDocument/2006/relationships/slide" Target="/ppt/slides/slide7.xml" Id="R91049eb0481d405c" /><Relationship Type="http://schemas.openxmlformats.org/officeDocument/2006/relationships/slide" Target="/ppt/slides/slide8.xml" Id="R93b81caac3be45bf" /><Relationship Type="http://schemas.openxmlformats.org/officeDocument/2006/relationships/slide" Target="/ppt/slides/slide9.xml" Id="R9955231639834901" /><Relationship Type="http://schemas.openxmlformats.org/officeDocument/2006/relationships/slide" Target="/ppt/slides/slide10.xml" Id="Rdabece6a7a6f42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7edb3019e048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c06d1bff724fbd" /><Relationship Type="http://schemas.openxmlformats.org/officeDocument/2006/relationships/notesMaster" Target="/ppt/notesMasters/notesMaster1.xml" Id="Rcafd32df19c04e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bfa55c88774fec" /><Relationship Type="http://schemas.openxmlformats.org/officeDocument/2006/relationships/notesMaster" Target="/ppt/notesMasters/notesMaster1.xml" Id="Rd99adfa086ca44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71ed1d96ba4702" /><Relationship Type="http://schemas.openxmlformats.org/officeDocument/2006/relationships/notesMaster" Target="/ppt/notesMasters/notesMaster1.xml" Id="R7b943be2d1eb44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6b5058969d403e" /><Relationship Type="http://schemas.openxmlformats.org/officeDocument/2006/relationships/notesMaster" Target="/ppt/notesMasters/notesMaster1.xml" Id="Recbd9a7c9d704e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6edba3e5724f8b" /><Relationship Type="http://schemas.openxmlformats.org/officeDocument/2006/relationships/notesMaster" Target="/ppt/notesMasters/notesMaster1.xml" Id="R5254fc056f1c4f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3c1603220f4632" /><Relationship Type="http://schemas.openxmlformats.org/officeDocument/2006/relationships/notesMaster" Target="/ppt/notesMasters/notesMaster1.xml" Id="R194653b980854d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e8c5fa61a84951" /><Relationship Type="http://schemas.openxmlformats.org/officeDocument/2006/relationships/notesMaster" Target="/ppt/notesMasters/notesMaster1.xml" Id="Rfb6cd724c16f46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d1f04fea7d42c1" /><Relationship Type="http://schemas.openxmlformats.org/officeDocument/2006/relationships/notesMaster" Target="/ppt/notesMasters/notesMaster1.xml" Id="Rf3b7f1b4402c41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abf885d78f46b3" /><Relationship Type="http://schemas.openxmlformats.org/officeDocument/2006/relationships/notesMaster" Target="/ppt/notesMasters/notesMaster1.xml" Id="R567290d0d00146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49925406054db0" /><Relationship Type="http://schemas.openxmlformats.org/officeDocument/2006/relationships/notesMaster" Target="/ppt/notesMasters/notesMaster1.xml" Id="R2297828d5a6c46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Pahatud Agent orientation deck. Program language is based on resources/views/agent/auth/register.blade.php and resources/views/agent/help.blade.php.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resources/views/agent/auth/register.blade.php, sections 'How the Agent Program works' and 'What you get as a Pahatud agent'.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 and resources/views/agent/help.blade.php. Benefits describe portal capabilities and do not promise a fixed income.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config/agent.php. Current defaults are 15% Pahatud commission and a 30% agent share, producing ₱45 on a qualifying ₱1,000 order. Actual agent and restaurant rates may vary and are stored per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 and resources/views/agent/help.blade.php. Pahatud operations coordinates approved payouts; the dashboard does not currently offer self-service withdrawal.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resources/views/agent/auth/register.blade.php. Agent application and restaurant enrollment alone do not generate commission; a linked approved restaurant must complete a qualifying delivered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resources/views/agent/help.blade.php and resources/views/agent/dashboard.blade.php. Required standard documents are a valid government-issued ID and a DTI, SEC, or CDA business registration certificate. Representatives also need an authorization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resources/views/agent/layouts/app.blade.php, resources/views/agent/dashboard.blade.php, resources/views/agent/reports/index.blade.php, and resources/views/agent/help.blade.php.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resources/views/agent/help.blade.php. Restaurant images are existing Pahatud partner assets from public/images/partners.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to action. Agent application route: /agent/register. Support email: info@pahatud.com.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bd00846b424b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0cfe720a51455d" /><Relationship Type="http://schemas.openxmlformats.org/officeDocument/2006/relationships/slideLayout" Target="/ppt/slideLayouts/slideLayout1.xml" Id="R5dda8578003349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da8578003349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157f7cc9442f0" /><Relationship Type="http://schemas.openxmlformats.org/officeDocument/2006/relationships/image" Target="/ppt/media/image.jpeg" Id="Rd1e8d9557313436b" /><Relationship Type="http://schemas.openxmlformats.org/officeDocument/2006/relationships/image" Target="/ppt/media/image.png" Id="R025462668e584fdf" /><Relationship Type="http://schemas.openxmlformats.org/officeDocument/2006/relationships/image" Target="/ppt/media/image.svg" Id="Rfc34956dc1134061" /><Relationship Type="http://schemas.openxmlformats.org/officeDocument/2006/relationships/notesSlide" Target="/ppt/notesSlides/notesSlide1.xml" Id="R758c1149b09947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9fba7b5c64c9f" /><Relationship Type="http://schemas.openxmlformats.org/officeDocument/2006/relationships/image" Target="/ppt/media/image2.png" Id="R870fc513cc144512" /><Relationship Type="http://schemas.openxmlformats.org/officeDocument/2006/relationships/notesSlide" Target="/ppt/notesSlides/notesSlide2.xml" Id="Rb64e49bd275247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4546caa2b46ca" /><Relationship Type="http://schemas.openxmlformats.org/officeDocument/2006/relationships/notesSlide" Target="/ppt/notesSlides/notesSlide3.xml" Id="R93e5c49c40264e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ac7c93dc041d2" /><Relationship Type="http://schemas.openxmlformats.org/officeDocument/2006/relationships/notesSlide" Target="/ppt/notesSlides/notesSlide4.xml" Id="R202c9a30541047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ff84fc5a24704" /><Relationship Type="http://schemas.openxmlformats.org/officeDocument/2006/relationships/notesSlide" Target="/ppt/notesSlides/notesSlide5.xml" Id="R0598bedcd63846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3422cadc74079" /><Relationship Type="http://schemas.openxmlformats.org/officeDocument/2006/relationships/notesSlide" Target="/ppt/notesSlides/notesSlide6.xml" Id="R1c0edb4733a645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55775e799477b" /><Relationship Type="http://schemas.openxmlformats.org/officeDocument/2006/relationships/notesSlide" Target="/ppt/notesSlides/notesSlide7.xml" Id="R82ccceeb581749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7fded6d434cb1" /><Relationship Type="http://schemas.openxmlformats.org/officeDocument/2006/relationships/notesSlide" Target="/ppt/notesSlides/notesSlide8.xml" Id="R75f4f458b9ed4d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d2941e34746fa" /><Relationship Type="http://schemas.openxmlformats.org/officeDocument/2006/relationships/image" Target="/ppt/media/image2.jpeg" Id="R57b3996e2a054f13" /><Relationship Type="http://schemas.openxmlformats.org/officeDocument/2006/relationships/image" Target="/ppt/media/image3.jpeg" Id="Rf52654b092434095" /><Relationship Type="http://schemas.openxmlformats.org/officeDocument/2006/relationships/image" Target="/ppt/media/image4.jpeg" Id="R90f8c8fa6c064075" /><Relationship Type="http://schemas.openxmlformats.org/officeDocument/2006/relationships/notesSlide" Target="/ppt/notesSlides/notesSlide9.xml" Id="R50115a34c76c41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a1e232a4a4c7c" /><Relationship Type="http://schemas.openxmlformats.org/officeDocument/2006/relationships/image" Target="/ppt/media/image3.png" Id="Rf21388825ddc4c8a" /><Relationship Type="http://schemas.openxmlformats.org/officeDocument/2006/relationships/image" Target="/ppt/media/image2.svg" Id="R43955b1dbcef41b8" /><Relationship Type="http://schemas.openxmlformats.org/officeDocument/2006/relationships/image" Target="/ppt/media/image4.png" Id="R188360e91b19458a" /><Relationship Type="http://schemas.openxmlformats.org/officeDocument/2006/relationships/notesSlide" Target="/ppt/notesSlides/notesSlide10.xml" Id="R66dea5e50d524d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74A97-4B79-4079-8245-E45CD2AB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40EDB-3092-491F-9EC1-9FA3AACC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66750"/>
            <a:ext cx="4000500" cy="5524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8d9557313436b"/>
          <a:srcRect xmlns:a="http://schemas.openxmlformats.org/drawingml/2006/main" l="7027" t="0" r="70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48575" y="838200"/>
            <a:ext cx="3657600" cy="51816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462668e584fdf">
            <a:extLst>
              <a:ext uri="{96DAC541-7B7A-43D3-8B79-37D633B846F1}">
                <asvg:svgBlip xmlns:asvg="http://schemas.microsoft.com/office/drawing/2016/SVG/main" r:embed="Rfc34956dc11340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5524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47842-8BEB-4F07-AB69-A835A1FB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381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PAHATUDFOOD AGENT PROGRAM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0E781-CD11-4B63-82DB-9176A748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905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Connect local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restaurants.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Grow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13ADE-C22D-46B0-8DC4-6D3EE174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80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 practical introduction to the Pahatud Agent role, benefits, earnings, and tools.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2D266-0B6F-4E87-BA9E-B11F6538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AGENT ORIENTATION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8C76A-9F42-462A-A1BB-A8C5ED05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95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536216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E7338-3F69-415B-BF5E-3CCE39EB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YOUR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17E58-6B70-4653-9D28-F2427326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Agents connect restaurants to Pahatud.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F03A5-8999-4370-9054-10823619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You introduce, guide, and support restaurants as they join the marketplace.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C11FE-E692-46EA-BA8C-ECB46256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8585F-AFDD-449A-A821-71D3F5E0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670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Connect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526E7-CA48-445B-B810-5D9B81B9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Find restaurants that can benefit from online ordering and delivery.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A6AD5-27E0-4DC4-A064-E5249506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ACB7E-B7A1-4657-A259-A89AEA0F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4812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63CD8-3C35-4BEC-8365-A0045BFC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371975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Help owners complete enrollment, documents, and requested corrections.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DA615-1396-4DF1-913D-B2FA8A91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585AA-0E85-4059-B10C-96DA5012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292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Grow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3E16A-577F-45FB-81AC-AEDEA7A1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530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Stay connected as approved restaurants receive qualifying orders.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6542A-99DC-480A-9FA0-B30FEA69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"/>
            <a:ext cx="3257550" cy="57912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64359-D2B6-4ED4-8DFB-E43EFFBE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10125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fc513cc144512"/>
          <a:stretch xmlns:a="http://schemas.openxmlformats.org/drawingml/2006/main"/>
        </p:blipFill>
        <p:spPr>
          <a:xfrm xmlns:a="http://schemas.openxmlformats.org/drawingml/2006/main">
            <a:off x="8401050" y="1091142"/>
            <a:ext cx="2095500" cy="4656667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12742-A558-4F15-8A8D-85F1923B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2076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LOCAL MARKETPLACE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1849B-633C-4CF2-844E-AEF4AD8E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9882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D3E57-DA1E-43F4-9F3D-9F9A98C9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WHAT AGENTS 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9A167-B747-4885-A1EF-F20AFA3F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 clear way to build a network and see the value it creates.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95DAB-DF3C-45B2-A5E9-DF08B133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2971800" cy="2971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98768-719F-4856-A800-60DA4B9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31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1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WHAT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31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1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YOU 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C5C21-4802-40CB-971D-463B07F9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3808C-C23A-46A9-B824-80527715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Commission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2082F-BA0D-4A87-862A-E317BCE9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Earn a share of Pahatud's commission on qualifying successful orders.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9D3B8-739C-44D3-9091-98DA2D3E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83822-8710-4A1C-BD95-7633982E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Your restaurant network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E33CC-E9C1-4109-B94D-BB07DFA4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Enroll restaurants and monitor every partner connected to your account.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A2D76-6E29-4A70-B696-C6B51349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974D6-2560-492B-BA52-B66A4151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33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Order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B01BA-F023-4E62-92CA-F84CACBF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See submitted orders and eligible sales tied to commission activity.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9D68A-EBA8-4615-A2C8-4D7018D7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7E562-8E1A-401D-B653-2C6DC03E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195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Transparent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E12964-EB2C-47BA-98FB-0F50702F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62400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Review pending, approved, paid, and reversed entries by restaurant and order.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9A094-00A3-4379-BBC8-137B0259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00C5D-FDBC-4DE4-BAB0-929B65F9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95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Help when you need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E9214-55B4-4032-B6C5-3E64519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388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Use the built-in guide and email agent support at info@pahatud.com.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5624D-61F3-4C72-A647-3C8EFF18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6919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156A8-75EA-40B2-9711-899A8DE1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HOW EARNINGS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23D3A-AC64-4977-8863-7A5538BD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Your earnings come from Pahatud's commission.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814EA-E742-4C26-9BD8-45306821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Your share is not calculated from the full order value. Example uses the current default rates.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F4848-F4DB-45E9-A537-1ADB1E77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956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169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253A5-F95F-4D5F-A33D-E4721E6F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FAA1F-5017-49B7-B7DE-09FFAF29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ORDER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55063-7375-4686-818A-D8309109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₱1,000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D6BCD-DF23-4511-B329-FBE3347E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eligible 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72F09-F7E9-4521-B394-6B835DEC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79C7F-4C1B-43CC-B83E-42C4E663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PAHATUD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6ED1B-3010-4B79-8DDC-0F3B97F3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15%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6CE99-A5D2-441F-AB08-8CFAB35A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₱150 commission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A1572-74B8-40CA-B76A-E95603E4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4257C-FA0B-4182-AB66-A5DFA40A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AGENT SHARE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226E0-B08B-453E-8DA7-5D0DAE03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3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FADC3-BDBC-4E65-86F3-47EF2CEC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₱45 earned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6F672-D9B9-4710-8C5D-6A8675BF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739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7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₱1,000 × 15% × 30% = ₱45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1058D-3E33-41D2-8755-00313FB2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Actual rates are stored with each order. Your confirmed share appears in the Agent Dashboard.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E8269-3EB6-48E8-9ED5-597145A6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95156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9897F6-6234-470B-835E-E63F121C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FROM ORDER TO PAYOUT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AA5F5-58BB-4168-A4E8-C0438D4C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Track every commission from order to payout.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95371-04A9-4500-BD81-AE429E0F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The ledger keeps qualifying and reversed activity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B8F8E-F399-4A6E-9DEB-E79B6248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515BC-D7AE-453E-A20D-03EE8C99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4FE6B-D48E-438D-9F87-3499CA25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4E7C0-7F19-4447-BB50-ED365451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1A33A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1A33A"/>
                </a:solidFill>
                <a:latin typeface="Manrope"/>
                <a:ea typeface="Manrope"/>
                <a:cs typeface="Manrope"/>
              </a:rPr>
              <a:t>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636BF-F111-4C03-AABE-2ED4E7C5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Recorded for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CD154-255B-4BEB-9B56-6E245972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A qualifying delivered order creates a commission entry.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21DCC-67BF-448F-B6D0-C19ABFC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3969A-4462-4522-8CBA-68C803ED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312EE-125F-42F2-8A36-1ADC69C3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38A64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138A64"/>
                </a:solidFill>
                <a:latin typeface="Manrope"/>
                <a:ea typeface="Manrope"/>
                <a:cs typeface="Manrope"/>
              </a:rPr>
              <a:t>APPROVED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C9600-533C-444D-B172-052BCA10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Confirmed as eligible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930A2-CECD-4542-AA24-799DD38E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Pahatud validates the entry before payout.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5994D-ABA6-4B33-9BA5-3B7E23A5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C0F7A-6E38-46B0-A387-6D8E2EEC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ED7E8-6D48-41E7-AF5F-4619FF20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PAID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200B7-1B1C-47BF-A6A3-C6F73EC2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Payout recorded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A8FCE-CF56-4653-929A-23ABD6B0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Operations coordinates payment and marks the entry paid.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ACD95-395E-49F8-A725-18200C83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744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3A104-8B2A-47A5-B1A2-F4884891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57875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72A2E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C72A2E"/>
                </a:solidFill>
                <a:latin typeface="Manrope"/>
                <a:ea typeface="Manrope"/>
                <a:cs typeface="Manrope"/>
              </a:rPr>
              <a:t>Reversed entries remain visible for transparency. The current portal tracks commissions but does not initiate self-service withdrawals.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55F696-12D5-47BC-A664-CAAC7946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6537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CA0FC-74C1-4605-A590-B7D358F2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YOUR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B0944-914C-4A11-ABEB-E76E88C8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Five steps from application to active earnings.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ED43F-DFC7-4F2F-BE75-A5216225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925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>
                <a:alpha val="5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E7FD4-8869-47FD-8BDE-57AC0E6E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0617C-E583-48BB-B791-7BC30286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AC5A1-DEF2-41FE-9BD9-B162240F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2681F-6D08-40B2-A885-F1B23BC6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Create your agent account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7093A-D5C3-42C6-9627-5CE4BF21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C09B2-47FE-4FD7-AD15-3703CDB2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6DD1C-D815-4156-8B45-4903BCFA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Get approved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A092E-A100-4790-91F8-206BD3BF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Wait for Pahatud's review and email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1A4D2-9579-4FDE-B272-9F7FCE2B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8DAFA-8CD7-43E3-84B7-CC541A53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389A3-1537-4FDB-ADE2-52626409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Enroll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09ECB-3EBB-489C-9A5C-7A82AD63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Add a restaurant and send its private invitation.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97BE8-58C8-4BE0-83C7-D433FD70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1B087-D174-4C7F-9FC7-E8C7F183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63739-7115-4041-8064-4B6691C7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Activate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EF427-8AAE-4702-9918-45C48596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Complete details, documents, and final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543A07-72BB-48F5-9870-5D32FEEF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1F0725-CF61-40BA-AD21-4D87D391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11F42-F9E1-4758-A84B-A391234D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Earn and 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7E04A8-6363-4CD5-96C5-85234133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Qualifying delivered orders record commission.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9060A-5967-4D29-B9E9-1D60E6E2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95950"/>
            <a:ext cx="6210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93A85A-17BB-4725-8CE8-A8818AEB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38825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72A2E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C72A2E"/>
                </a:solidFill>
                <a:latin typeface="Manrope"/>
                <a:ea typeface="Manrope"/>
                <a:cs typeface="Manrope"/>
              </a:rPr>
              <a:t>Restaurant enrollment alone does not generate commission.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EE161F-35BB-41E4-BA42-D1DCE63A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92811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DF94EE-7FE8-4689-8A23-5F892959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00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7CD39-74E1-4A11-8FD5-B4C64D8D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8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HELP A LOCAL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8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RESTAURANT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8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GET 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29B9D-497F-4A1B-9D7E-A4EC1DC1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D6DADC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D6DADC"/>
                </a:solidFill>
                <a:latin typeface="DM Sans"/>
                <a:ea typeface="DM Sans"/>
                <a:cs typeface="DM Sans"/>
              </a:rPr>
              <a:t>Complete details and current documents make review easier.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5E0F2-B21E-49B5-83B5-DC3E50B6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2076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ENROLLMENT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83012-B852-44BF-9951-8C17EEDD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4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Required business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1AF2C-73B7-4CD0-ABE8-785775C8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7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81792-BDB6-4EAC-A3F6-74CFDF80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287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Restaurant and registered business names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8140C-E320-4CEA-AB85-32B49846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526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7C1BE-AAFD-4289-930A-D8AC3290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8EAE1-30DF-466D-A715-9D0DF48F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526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Contact details and full address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B3D1D-F5E5-417E-81E4-EE42C480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765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EE6FD-F901-41FA-849B-09E66CD2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24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76763-DEC5-4625-8C8E-54334C32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765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TIN and business 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A0D32-8068-4150-A179-197B5C10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04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7C108-AC8F-46EC-9959-AA9CB372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48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32216-E2D1-4FCE-85CD-C45BA112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004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Payout account name and account details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04E1B-EDCA-4989-9039-CDD6F1BD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243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3A948-B9FD-4CE1-ABB8-B8425DD7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71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5B516-8168-48C5-8CCC-6D409B3D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243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Enrollment authority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1DCFC-09E4-42C0-BF5B-7CEF51F8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482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4E45C6-719D-4380-B3F4-1A84B0F3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6675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4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Required documents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900E2-8F78-4B3F-B45D-468FA67F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71600"/>
            <a:ext cx="34480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FE4CEF-F0DE-4FF5-8410-8637C772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478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C72A2E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C72A2E"/>
                </a:solidFill>
                <a:latin typeface="Manrope"/>
                <a:ea typeface="Manrope"/>
                <a:cs typeface="Manrope"/>
              </a:rPr>
              <a:t>VALID GOVERNMENT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2DD700-F92D-4AA3-B759-744FE1E0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A clear, current ID for the owner or authorized enrollee.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4C7C3E-13A0-4A83-AF3B-4059CC64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44805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47B41-5B88-4B28-B056-237AD771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8A64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38A64"/>
                </a:solidFill>
                <a:latin typeface="Manrope"/>
                <a:ea typeface="Manrope"/>
                <a:cs typeface="Manrope"/>
              </a:rPr>
              <a:t>BUSINESS REGISTRATION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3FABEF-F4BC-464B-8A48-4EE1A91D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71875"/>
            <a:ext cx="2838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DTI, SEC, or CDA registration certificate, as applicable.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BDE63-858F-4555-85C1-6C165CF5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34480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7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2FC655-B81B-4502-BC64-DAC5627F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WHEN REPRESENTING THE OWNER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91A917-6B53-4BFB-A8A6-CF90438B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38750"/>
            <a:ext cx="2838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Include an authorization letter, secretary's certificate, board resolution, or SPA.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805FB4-21B9-4E40-B2B7-32312E77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73483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D5D17-CFA7-4B14-BE84-05DD5ABA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YOUR WORKING 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E4656-C669-4150-A3E5-71DA996B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Agent Dashboard keeps progress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32882-02BB-4704-95C6-C6FC382C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Four focused areas help you move from enrollment to commission tracking.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BC494-84A6-4090-B0B7-AA52E2F2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A61FA-DF0C-4B7A-93F5-A6992D21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2209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6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AGENT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6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361E2-5CDC-4633-846B-E45135FB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5B2DB-009A-4679-8253-31E6BD5F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At-a-glance restaurants, orders, sales, and commission.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C7B9E-1F2C-4914-A18E-B3EC9E7E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3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440F5-D7C4-4D0E-A024-847E6F40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1A33A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F1A33A"/>
                </a:solidFill>
                <a:latin typeface="Manrope"/>
                <a:ea typeface="Manrope"/>
                <a:cs typeface="Manrope"/>
              </a:rPr>
              <a:t>RESTAURANTS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91F44-F9D5-4532-A0C9-BDE30A54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Enrollment status, files, corrections, and restaurant details.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D764C-5F7C-4D57-92DE-445D6881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A3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E84AA-C963-4749-BDA8-1D155E18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38A64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138A64"/>
                </a:solidFill>
                <a:latin typeface="Manrope"/>
                <a:ea typeface="Manrope"/>
                <a:cs typeface="Manrope"/>
              </a:rPr>
              <a:t>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7F599-F6C0-4BDC-A5BC-230EA5B5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Order references, rates, commission amounts, and status.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D23A1-F6E1-478E-82EC-239E6D18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242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A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A4F93-029A-4DFB-9FE8-96FE9D35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HELP &amp;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C883F-57E8-4083-B910-D9446492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Practical guidance plus direct support by email.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39470-3BA8-4E02-8E17-63EB2E10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911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24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37F0E-7964-461E-888B-238E28DB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48610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47253-7227-490B-B809-967FE740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AGENT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69624-2B44-481B-9762-A438CEA3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The best agents make the process easier for restaurant owners.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4A2A8-8447-458C-86CB-BBD4EFE5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58749-E4A2-45DA-A3D8-611ADA47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Set clear expectations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9CA3C-9C7A-40F0-BD78-CB4898FE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383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Approval comes first. Earnings begin only after qualifying delivered orders.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B402A-C6F4-4DB7-BAD9-695AE41B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AFB6E-8C8C-4409-93A6-6A4D1648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0EE09-61FE-4870-A573-8C709503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Check every detail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38F10-5D63-4716-B674-7D725E25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289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Use accurate business, contact, address, and payout account information.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98868-D70F-4476-8C14-D4C89833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EF140-3993-42E3-A30A-378436FD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8B860-E106-448E-B529-730095FE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Follow the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F9663-E4EA-4148-8812-C1D16A5A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195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Watch document statuses and help owners respond to admin remarks.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BB864-FBBA-4A3B-B0E1-CC9912B2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93B73-A652-46E5-9704-73A5F520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207CC-F1BF-4E5A-883C-06088B55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91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Use the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2B0D17-80A1-4998-A645-8878CA71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101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Match questions to the restaurant, order number, date, and expected amount.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BF558-5838-4413-88FC-B9B9C993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00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3996e2a054f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5025" y="486727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345F1-A2A4-4742-83F9-2D5A24B2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720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654b0924340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34625" y="503872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E4987A-522C-4061-B853-6654123E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1435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8c8fa6c0640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44225" y="521017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C0F67-5C16-4D3A-9076-4A86BC70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2364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879A2-42BC-4AAD-A3D8-666E5D54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86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388825ddc4c8a">
            <a:extLst>
              <a:ext uri="{96DAC541-7B7A-43D3-8B79-37D633B846F1}">
                <asvg:svgBlip xmlns:asvg="http://schemas.microsoft.com/office/drawing/2016/SVG/main" r:embed="R43955b1dbcef41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524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959D1-0456-43CC-8C3E-001A8F94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5524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READY TO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BECOME 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AGENT?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12503-92DF-4611-BD9D-AD22AB85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80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Apply. Get approved. Start building your restaurant network.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24C39-295B-4B0D-A285-5672A0AC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3124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pahatud.com/agent/register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1B914-867E-43A0-BE75-2148E3DB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Agent support: info@pahatud.com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D8746-5B75-49EA-B1F1-38AEAF84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477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360e91b19458a"/>
          <a:stretch xmlns:a="http://schemas.openxmlformats.org/drawingml/2006/main"/>
        </p:blipFill>
        <p:spPr>
          <a:xfrm xmlns:a="http://schemas.openxmlformats.org/drawingml/2006/main">
            <a:off x="8367713" y="781050"/>
            <a:ext cx="2143125" cy="4762500"/>
          </a:xfrm>
          <a:prstGeom xmlns:a="http://schemas.openxmlformats.org/drawingml/2006/main" prst="roundRect">
            <a:avLst>
              <a:gd name="adj" fmla="val 661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AF28C-E92F-4D29-96C6-63558882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61975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Help more local restaurants become discoverable, order-ready, and connected to delivery.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87B10-DD42-409D-B89A-6A9226CE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1595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2026-09-21T07:37:49.5890000Z</dcterms:created>
  <dcterms:modified xsi:type="dcterms:W3CDTF">2026-09-21T07:37:49.5890000Z</dcterms:modified>
</coreProperties>
</file>