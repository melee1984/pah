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25ef0e6d7448e6" /><Relationship Type="http://schemas.openxmlformats.org/officeDocument/2006/relationships/extended-properties" Target="/docProps/app.xml" Id="R4729587b25d5403f" /><Relationship Type="http://schemas.openxmlformats.org/officeDocument/2006/relationships/officeDocument" Target="/ppt/presentation.xml" Id="R4de404b6cc4748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2a95dd48004919"/>
  </p:sldMasterIdLst>
  <p:notesMasterIdLst>
    <p:notesMasterId xmlns:r="http://schemas.openxmlformats.org/officeDocument/2006/relationships" r:id="R9c34d614240446ee"/>
  </p:notesMasterIdLst>
  <p:sldIdLst>
    <p:sldId xmlns:r="http://schemas.openxmlformats.org/officeDocument/2006/relationships" id="256" r:id="Ree0e674d853c451e"/>
    <p:sldId xmlns:r="http://schemas.openxmlformats.org/officeDocument/2006/relationships" id="257" r:id="R9f75dfe9a55e4835"/>
    <p:sldId xmlns:r="http://schemas.openxmlformats.org/officeDocument/2006/relationships" id="258" r:id="R0b092817abe24e4b"/>
    <p:sldId xmlns:r="http://schemas.openxmlformats.org/officeDocument/2006/relationships" id="259" r:id="Rc117c0f7ffc4485e"/>
    <p:sldId xmlns:r="http://schemas.openxmlformats.org/officeDocument/2006/relationships" id="260" r:id="R96fb118af4f049f2"/>
    <p:sldId xmlns:r="http://schemas.openxmlformats.org/officeDocument/2006/relationships" id="261" r:id="R0261dd032e0b4780"/>
    <p:sldId xmlns:r="http://schemas.openxmlformats.org/officeDocument/2006/relationships" id="262" r:id="Rbb762622da4f4877"/>
    <p:sldId xmlns:r="http://schemas.openxmlformats.org/officeDocument/2006/relationships" id="263" r:id="R09d0df5e55c944bb"/>
    <p:sldId xmlns:r="http://schemas.openxmlformats.org/officeDocument/2006/relationships" id="264" r:id="R8eeae49dfb664acd"/>
    <p:sldId xmlns:r="http://schemas.openxmlformats.org/officeDocument/2006/relationships" id="265" r:id="R3b57774cabce4d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9701002fb140dd" /><Relationship Type="http://schemas.openxmlformats.org/officeDocument/2006/relationships/slideMaster" Target="/ppt/slideMasters/slideMaster1.xml" Id="Rb42a95dd48004919" /><Relationship Type="http://schemas.openxmlformats.org/officeDocument/2006/relationships/notesMaster" Target="/ppt/notesMasters/notesMaster1.xml" Id="R9c34d614240446ee" /><Relationship Type="http://schemas.openxmlformats.org/officeDocument/2006/relationships/presProps" Target="/ppt/presProps.xml" Id="R2d3f936d83dc4e35" /><Relationship Type="http://schemas.openxmlformats.org/officeDocument/2006/relationships/tableStyles" Target="/ppt/tableStyles.xml" Id="R8fac0e3ab8d44a04" /><Relationship Type="http://schemas.openxmlformats.org/officeDocument/2006/relationships/slide" Target="/ppt/slides/slide1.xml" Id="Ree0e674d853c451e" /><Relationship Type="http://schemas.openxmlformats.org/officeDocument/2006/relationships/slide" Target="/ppt/slides/slide2.xml" Id="R9f75dfe9a55e4835" /><Relationship Type="http://schemas.openxmlformats.org/officeDocument/2006/relationships/slide" Target="/ppt/slides/slide3.xml" Id="R0b092817abe24e4b" /><Relationship Type="http://schemas.openxmlformats.org/officeDocument/2006/relationships/slide" Target="/ppt/slides/slide4.xml" Id="Rc117c0f7ffc4485e" /><Relationship Type="http://schemas.openxmlformats.org/officeDocument/2006/relationships/slide" Target="/ppt/slides/slide5.xml" Id="R96fb118af4f049f2" /><Relationship Type="http://schemas.openxmlformats.org/officeDocument/2006/relationships/slide" Target="/ppt/slides/slide6.xml" Id="R0261dd032e0b4780" /><Relationship Type="http://schemas.openxmlformats.org/officeDocument/2006/relationships/slide" Target="/ppt/slides/slide7.xml" Id="Rbb762622da4f4877" /><Relationship Type="http://schemas.openxmlformats.org/officeDocument/2006/relationships/slide" Target="/ppt/slides/slide8.xml" Id="R09d0df5e55c944bb" /><Relationship Type="http://schemas.openxmlformats.org/officeDocument/2006/relationships/slide" Target="/ppt/slides/slide9.xml" Id="R8eeae49dfb664acd" /><Relationship Type="http://schemas.openxmlformats.org/officeDocument/2006/relationships/slide" Target="/ppt/slides/slide10.xml" Id="R3b57774cabce4d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dce3fdfc3045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7b06a26d7c43ec" /><Relationship Type="http://schemas.openxmlformats.org/officeDocument/2006/relationships/notesMaster" Target="/ppt/notesMasters/notesMaster1.xml" Id="R417ad6f667ba41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90d823ff8c4bc6" /><Relationship Type="http://schemas.openxmlformats.org/officeDocument/2006/relationships/notesMaster" Target="/ppt/notesMasters/notesMaster1.xml" Id="R8bc0ea6e47d84e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9c964d634140e6" /><Relationship Type="http://schemas.openxmlformats.org/officeDocument/2006/relationships/notesMaster" Target="/ppt/notesMasters/notesMaster1.xml" Id="R634cb367628f47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f3108ac96f438c" /><Relationship Type="http://schemas.openxmlformats.org/officeDocument/2006/relationships/notesMaster" Target="/ppt/notesMasters/notesMaster1.xml" Id="Rd7701c24a11d40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d4124eaeaf466f" /><Relationship Type="http://schemas.openxmlformats.org/officeDocument/2006/relationships/notesMaster" Target="/ppt/notesMasters/notesMaster1.xml" Id="R66828f015ba045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88566123334d5f" /><Relationship Type="http://schemas.openxmlformats.org/officeDocument/2006/relationships/notesMaster" Target="/ppt/notesMasters/notesMaster1.xml" Id="Rbe038fc4dab548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6d41f449cc4965" /><Relationship Type="http://schemas.openxmlformats.org/officeDocument/2006/relationships/notesMaster" Target="/ppt/notesMasters/notesMaster1.xml" Id="R93d89a8129854b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20d189f6fb4e41" /><Relationship Type="http://schemas.openxmlformats.org/officeDocument/2006/relationships/notesMaster" Target="/ppt/notesMasters/notesMaster1.xml" Id="R293541d1c54847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ec36db0f1642ae" /><Relationship Type="http://schemas.openxmlformats.org/officeDocument/2006/relationships/notesMaster" Target="/ppt/notesMasters/notesMaster1.xml" Id="R0dc8e6f398bb43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2758da4afd4017" /><Relationship Type="http://schemas.openxmlformats.org/officeDocument/2006/relationships/notesMaster" Target="/ppt/notesMasters/notesMaster1.xml" Id="Ra6bafc1b42c14c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Pahatud Agent orientation deck. Program language is based on resources/views/agent/auth/register.blade.php and resources/views/agent/help.blade.php.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resources/views/agent/auth/register.blade.php, sections 'How the Agent Program works' and 'What you get as a Pahatud agent'.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 and resources/views/agent/help.blade.php. Benefits describe portal capabilities and do not promise a fixed income.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config/agent.php. Current defaults are 15% Pahatud commission and a 30% agent share, producing ₱45 on a qualifying ₱1,000 order. Actual agent and restaurant rates may vary and are stored per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 and resources/views/agent/help.blade.php. Pahatud operations coordinates approved payouts; the dashboard does not currently offer self-service withdrawal.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resources/views/agent/auth/register.blade.php. Agent application and restaurant enrollment alone do not generate commission; a linked approved restaurant must complete a qualifying delivered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resources/views/agent/help.blade.php and resources/views/agent/dashboard.blade.php. Required standard documents are a valid government-issued ID and a DTI, SEC, or CDA business registration certificate. Representatives also need an authorization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resources/views/agent/layouts/app.blade.php, resources/views/agent/dashboard.blade.php, resources/views/agent/reports/index.blade.php, and resources/views/agent/help.blade.php.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resources/views/agent/help.blade.php. Restaurant images are existing Pahatud partner assets from public/images/partners.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to action. Agent application route: /agent/register. Support email: info@pahatud.com.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f87b0649b4a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f79ea8074e4ab4" /><Relationship Type="http://schemas.openxmlformats.org/officeDocument/2006/relationships/slideLayout" Target="/ppt/slideLayouts/slideLayout1.xml" Id="Rcb4e9c4f0a6e4a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4e9c4f0a6e4a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1db4c5566442d" /><Relationship Type="http://schemas.openxmlformats.org/officeDocument/2006/relationships/image" Target="/ppt/media/image.png" Id="Rb556e290e7b34db6" /><Relationship Type="http://schemas.openxmlformats.org/officeDocument/2006/relationships/image" Target="/ppt/media/image2.png" Id="Rd733a6f3a1f64c7f" /><Relationship Type="http://schemas.openxmlformats.org/officeDocument/2006/relationships/image" Target="/ppt/media/image.svg" Id="R6ab3f87368bd4486" /><Relationship Type="http://schemas.openxmlformats.org/officeDocument/2006/relationships/notesSlide" Target="/ppt/notesSlides/notesSlide1.xml" Id="R9d7a853f5f0445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749dd891e4e10" /><Relationship Type="http://schemas.openxmlformats.org/officeDocument/2006/relationships/image" Target="/ppt/media/image3.png" Id="Racf66a46030a481f" /><Relationship Type="http://schemas.openxmlformats.org/officeDocument/2006/relationships/notesSlide" Target="/ppt/notesSlides/notesSlide2.xml" Id="Rafd56eca1f4e4d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500ad5102405c" /><Relationship Type="http://schemas.openxmlformats.org/officeDocument/2006/relationships/notesSlide" Target="/ppt/notesSlides/notesSlide3.xml" Id="R7ec71f04704641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66d579c174e90" /><Relationship Type="http://schemas.openxmlformats.org/officeDocument/2006/relationships/notesSlide" Target="/ppt/notesSlides/notesSlide4.xml" Id="Rfd9fc1cd470844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320af6f994f7f" /><Relationship Type="http://schemas.openxmlformats.org/officeDocument/2006/relationships/notesSlide" Target="/ppt/notesSlides/notesSlide5.xml" Id="R81d719e5ffa74f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7aec1059e418b" /><Relationship Type="http://schemas.openxmlformats.org/officeDocument/2006/relationships/notesSlide" Target="/ppt/notesSlides/notesSlide6.xml" Id="Rda401ef770da4c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cb52e68aa41bb" /><Relationship Type="http://schemas.openxmlformats.org/officeDocument/2006/relationships/notesSlide" Target="/ppt/notesSlides/notesSlide7.xml" Id="R5a66479323ea43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8b09591b745f3" /><Relationship Type="http://schemas.openxmlformats.org/officeDocument/2006/relationships/notesSlide" Target="/ppt/notesSlides/notesSlide8.xml" Id="R1c79e06ce61840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646177fab4c47" /><Relationship Type="http://schemas.openxmlformats.org/officeDocument/2006/relationships/image" Target="/ppt/media/image.jpeg" Id="Re59cfb012c824309" /><Relationship Type="http://schemas.openxmlformats.org/officeDocument/2006/relationships/image" Target="/ppt/media/image2.jpeg" Id="R702fc0a7b55a453f" /><Relationship Type="http://schemas.openxmlformats.org/officeDocument/2006/relationships/image" Target="/ppt/media/image3.jpeg" Id="R8c3776c1782d4260" /><Relationship Type="http://schemas.openxmlformats.org/officeDocument/2006/relationships/notesSlide" Target="/ppt/notesSlides/notesSlide9.xml" Id="R40673ab6810a47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b3833fea54eae" /><Relationship Type="http://schemas.openxmlformats.org/officeDocument/2006/relationships/image" Target="/ppt/media/image4.png" Id="R03862898fd9c4af2" /><Relationship Type="http://schemas.openxmlformats.org/officeDocument/2006/relationships/image" Target="/ppt/media/image2.svg" Id="R8fa68138c5aa4570" /><Relationship Type="http://schemas.openxmlformats.org/officeDocument/2006/relationships/image" Target="/ppt/media/image5.png" Id="R8bd3b147833541a4" /><Relationship Type="http://schemas.openxmlformats.org/officeDocument/2006/relationships/notesSlide" Target="/ppt/notesSlides/notesSlide10.xml" Id="Rd44dc40049704e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DD5C5-E115-450D-BDA1-05F43977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AE22B-B04F-46F7-B6BF-42C1A3B0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66750"/>
            <a:ext cx="4000500" cy="5524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6e290e7b34db6"/>
          <a:stretch xmlns:a="http://schemas.openxmlformats.org/drawingml/2006/main"/>
        </p:blipFill>
        <p:spPr>
          <a:xfrm xmlns:a="http://schemas.openxmlformats.org/drawingml/2006/main">
            <a:off x="7648575" y="1916945"/>
            <a:ext cx="3657600" cy="3024109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3a6f3a1f64c7f">
            <a:extLst>
              <a:ext uri="{96DAC541-7B7A-43D3-8B79-37D633B846F1}">
                <asvg:svgBlip xmlns:asvg="http://schemas.microsoft.com/office/drawing/2016/SVG/main" r:embed="R6ab3f87368bd44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5524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08AF5-960B-4EE0-BB2C-1E04EA9F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81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PAHATUDFOOD AGENT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209E9-8656-49E8-A2BB-BFC0C6B7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905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Connect local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restaurants.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Grow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B3DA7-0ED6-4689-ADFD-36B52417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80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 practical introduction to the Pahatud Agent role, benefits, earnings, and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1F983-CD58-4D4D-93F3-1B17EE43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AGENT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EB384-856D-48F0-89C0-C6B743FF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45298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B29C0-D455-4457-A8CA-7E3BD98A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YOUR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A20A6-5366-4078-A89C-F2C0D927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Agents connect restaurants to Pahatud.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21485-AAF5-4347-B029-16757477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You introduce, guide, and support restaurants as they join the marketplace.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AAA6B-7EC1-475F-BABC-BEF5D562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999C5-F870-41F1-9263-AD7AC1AC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670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Connect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109C8-DDED-4C53-9755-B832970C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Find restaurants that can benefit from online ordering and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609F3-5708-4CE7-B426-25EB6E7A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4ADED-77D4-4476-92B0-BACCFFB9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4812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1BF55-4738-463C-A042-6EAC8955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7197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Help owners complete enrollment, documents, and requested corrections.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B2635-490E-4B92-8865-62201191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5EC94-844C-44EF-807E-BA56BBA8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292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Grow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60AFC-BB10-4EF4-86C3-FCA8606C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530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Stay connected as approved restaurants receive qualifying orders.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C619E-734A-48F7-A0A8-26A7F3A2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"/>
            <a:ext cx="3257550" cy="57912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A9502-9C56-45EE-9B1E-EBA440A0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1012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66a46030a481f"/>
          <a:stretch xmlns:a="http://schemas.openxmlformats.org/drawingml/2006/main"/>
        </p:blipFill>
        <p:spPr>
          <a:xfrm xmlns:a="http://schemas.openxmlformats.org/drawingml/2006/main">
            <a:off x="8401050" y="1091142"/>
            <a:ext cx="2095500" cy="4656667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19C5B-B81A-454C-A526-FBC77B93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LOCAL MARKETPLACE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B6695-AF90-4E9E-9820-3D46E0FB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0545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6D964-C27E-46E2-B958-07EE0CFF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WHAT AGENTS 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8A478-80FF-404D-A69F-851872CD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clear way to build a network and see the value it creates.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5DBFF-59CE-488D-8746-CE418CAB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2971800" cy="2971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C4692-D72C-451C-A04D-4328131D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31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WHAT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1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 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75CF5-B322-4CF2-913A-9F6D7195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2DD3B-31E9-404E-AFBB-52CCE5C6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Commission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5CF69-FB9A-4A2A-A7F7-C04B5ABA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Earn a share of Pahatud's commission on qualifying successful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DC361-48C8-45A4-9D22-FC39304D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C949D-FEEC-4A4C-8564-7B00E923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Your restaurant 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F6904-82F5-417B-9DF5-7D1992FD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Enroll restaurants and monitor every partner connected to your account.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29998-D10D-4414-9B1A-779672E6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D0829-3EC5-476C-BF12-A13EB99E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33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Order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F31F9-733E-47C7-A863-CB78932C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See submitted orders and eligible sales tied to commission activity.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ED74B-4BD1-4E83-AD79-A5802DC3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6B249-0F7B-40CA-82A1-3E4E7266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195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Transparent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7E591-5EC7-4981-BCE7-6A592ACE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Review pending, approved, paid, and reversed entries by restaurant and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F905D-0597-4704-A9A7-AF0E8C80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7D554-4CE1-41B1-8F26-F6CABBBF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95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Help when you need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6DD6E-6813-4799-8CF2-0636C23C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388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Use the built-in guide and email agent support at info@pahatud.com.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CA403-FB46-476E-91FC-75B601F2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51781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B51F0-E709-4014-B206-A6D18A0B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HOW EARNINGS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61D30-1141-4F4E-835C-6711E40B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Your earnings come from Pahatud's commission.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90353-CD43-4ECB-8915-ADAA7A8C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Your share is not calculated from the full order value. Example uses the current default rates.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E51C6-653D-4D82-A9D9-05F3C864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956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169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779D5-371E-4E9B-97E0-74E5EFFF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4355B-50C0-4A9B-BAA1-25EF81C1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ORDER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7FD5F-B66B-458C-B858-8FC05825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₱1,000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FE198-4D7C-4E09-9A86-2803B40E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eligible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20B9D-8585-4246-925F-AB9C0963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05784-014C-471B-9F20-C31E26C4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PAHATUD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8ECAB-AAA4-4E93-A7DB-969E36E2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15%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1DAB5-BFD0-4B88-8653-00BF84E8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₱150 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18EC7-9092-49D4-BA58-11AEA426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C8361-82C3-428C-84AB-FF580727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AGENT SHARE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5EA80-89FA-46F4-8145-E1660768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3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5AE5D-B2B3-4798-94D9-3D86AB44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₱45 earned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081A0-7B22-447C-8E6F-709BE2B2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739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7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₱1,000 × 15% × 30% = ₱45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30A61-31F7-4D59-B2E1-77E899E3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Actual rates are stored with each order. Your confirmed share appears in the Agent Dashboard.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2D020-4185-4607-80D0-E18A01D1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9186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1CDAD-4006-4CBF-8449-658DB0E4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FROM ORDER TO PAYOUT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83E67-D1D4-4195-9A4E-150D6A13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Track every commission from order to payout.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9E060-FA03-4110-ADD6-2F534334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The ledger keeps qualifying and reversed activity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1AD8F-E190-42E6-AC99-0ED2C29E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96436-F6E9-47A1-AED9-E6634934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318B5-800B-4F71-A393-49A40E0B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563D2-6E20-4BC1-82F7-56DA689D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1A33A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1A33A"/>
                </a:solidFill>
                <a:latin typeface="Manrope"/>
                <a:ea typeface="Manrope"/>
                <a:cs typeface="Manrope"/>
              </a:rPr>
              <a:t>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D68C2-BE11-4F7D-A9D9-A7857A2A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Recorded for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D6323-9972-4A66-A8FE-4E70978A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A qualifying delivered order creates a commission entry.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84ECB-8E7F-4638-B790-E267700F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E9020-D6D6-48C5-AE3F-31DADCF9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93374-3D00-467E-AB25-C9186133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38A64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138A64"/>
                </a:solidFill>
                <a:latin typeface="Manrope"/>
                <a:ea typeface="Manrope"/>
                <a:cs typeface="Manrope"/>
              </a:rPr>
              <a:t>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0E549-1D87-4F5D-AF48-75AE3B40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Confirmed as eligible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B6953-568F-4B05-A446-D951857E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Pahatud validates the entry before payout.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E3E99-C121-474A-A026-BAA1F8C4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26853-C5B4-43B7-8054-73BABDA9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88FEC-F546-47F5-A997-1E6294DC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PAID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404BE-0321-4B0D-86AE-DED15502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Payout recorded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34979-1810-4972-9FFB-990E62BC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Operations coordinates payment and marks the entry paid.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A7529-5910-41C3-B5D7-0B41F187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744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BD69D-3229-4069-87A0-F71818EB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57875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72A2E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C72A2E"/>
                </a:solidFill>
                <a:latin typeface="Manrope"/>
                <a:ea typeface="Manrope"/>
                <a:cs typeface="Manrope"/>
              </a:rPr>
              <a:t>Reversed entries remain visible for transparency. The current portal tracks commissions but does not initiate self-service withdrawals.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C9573-F995-4ADB-A67E-E7E9479D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8165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3A314D-DFB9-443B-AC1A-7A45217C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78EB6-B92A-4AD2-8E98-F58D694B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Five steps from application to active earnings.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119F4-972A-4547-B3AA-F35759E7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925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>
                <a:alpha val="5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178F2-B1AA-412B-8714-9D13415A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71401-CBB8-4969-B5C7-1014218D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AEF2D-8C9B-4A8F-B4DF-3AB0B0E1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28CE5-DEE0-4509-9FA2-E4583FD1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Create your agent account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2C457-D9C1-4C64-9F04-F1031EE5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0867B-99AD-4DB8-AF5D-F3B8BE59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F4E59-D546-4C79-B361-5BDC84A5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Get 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8753D-6F99-4A2C-9BFC-BCFAA38F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Wait for Pahatud's review and email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2C2B4-5C3B-4A54-9B31-968501D5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45258-3140-46D9-B5FA-3F3C2A16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C2EC1-0E38-4321-A641-0E49DDF7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Enroll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75E26-1C23-426E-AEE9-693ABE97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Add a restaurant and send its private invitation.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1D543-D8C8-4B4B-AC3B-E6DBB84B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8082E-C898-4EBC-A0AC-66F41A51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93A29-9867-4879-B187-640C5E9F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Activate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3713C-E647-44FA-8793-001BD340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Complete details, documents, and final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E4B1C-3154-4096-8178-A1279223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F7A20-9736-4716-A93E-D9D05349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9C849-D29D-4DEC-B7A7-A788A412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Earn and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D6BD4-E47C-4D64-942A-B5EB584B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Qualifying delivered orders record commission.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CAD41-CDA3-4F27-9963-30CCBEA5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95950"/>
            <a:ext cx="6210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42D6E-A9A0-4E43-B70F-91C52E64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38825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72A2E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C72A2E"/>
                </a:solidFill>
                <a:latin typeface="Manrope"/>
                <a:ea typeface="Manrope"/>
                <a:cs typeface="Manrope"/>
              </a:rPr>
              <a:t>Restaurant enrollment alone does not generate commission.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76418-2183-4AB1-B69B-DF7CB746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3255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56BDEE-EC42-4801-9C3D-A3C2DF92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B2199-F0A2-44AB-9719-83AEC280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8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HELP A LOCAL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8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RESTAURANT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8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GET 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920CC-2170-4D15-B429-87DF9C0E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D6DADC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D6DADC"/>
                </a:solidFill>
                <a:latin typeface="DM Sans"/>
                <a:ea typeface="DM Sans"/>
                <a:cs typeface="DM Sans"/>
              </a:rPr>
              <a:t>Complete details and current documents make review easier.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1007D-1269-4888-9942-9CE5AA06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ENROLLMENT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039A1-04FD-4038-8381-511F6F40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4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Required business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4ECEE-54AE-419E-8FC5-0DA0B191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7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984D6-89A8-4F30-979F-5824CC84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287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Restaurant and registered business names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CAE90-A324-4B2F-B226-BDFF8355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526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6D1C6-E20D-427A-AB50-E4075538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DAB90-9CF6-4662-8BB9-B9CC87C5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526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Contact details and full address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86835-1DAD-4D32-BCA2-0B10B483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765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F62E4-3EDA-4E2C-87CB-D80D7062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EF180-5FD9-4742-8D21-0C88002F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765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TIN and business 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1AE95-92B4-449E-BD0D-29FA9C29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04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3CDC8-264D-40AF-B1BB-2C569FC9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48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C74BB-E35B-4597-BE01-8E606E72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004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Payout account name and account details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A5F27-2EEC-4E46-99E1-561CF691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243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586B9-68BC-4658-8A78-87F637EA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5FC4F-9371-435A-8673-AB406DFB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243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Enrollment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A144B-B44E-4672-87C5-6594674C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482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50130-44E9-4564-87DD-5146F6E4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6675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4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Required documents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30B18-F96D-4AAB-A75C-DFB7F841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71600"/>
            <a:ext cx="34480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49CAC-D0B0-4FA9-9CA2-44A7E627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478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C72A2E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C72A2E"/>
                </a:solidFill>
                <a:latin typeface="Manrope"/>
                <a:ea typeface="Manrope"/>
                <a:cs typeface="Manrope"/>
              </a:rPr>
              <a:t>VALID GOVERNMENT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6CD08E-66F4-47A9-9A5C-6C887EEF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A clear, current ID for the owner or authorized enrollee.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E001B0-C177-452C-A750-37DF4A55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4480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11E451-E28B-4509-8FCD-0730BDD8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8A64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38A64"/>
                </a:solidFill>
                <a:latin typeface="Manrope"/>
                <a:ea typeface="Manrope"/>
                <a:cs typeface="Manrope"/>
              </a:rPr>
              <a:t>BUSINESS REGISTRATION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366BB9-3795-4BF7-AAC4-DD73F264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2838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DTI, SEC, or CDA registration certificate, as applicable.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64C94D-7DA4-4D01-B3AE-0DDCB153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34480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7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F4F9FF-A39A-4A29-A394-C27FA5A9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WHEN REPRESENTING THE 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5CCD6A-EB11-4613-8BB9-A5D062FA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38750"/>
            <a:ext cx="2838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Include an authorization letter, secretary's certificate, board resolution, or SPA.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5484F-00FC-4C22-82C1-86FE6C03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87977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D050F-0447-4F4F-97F4-C4673237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YOUR WORKING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D3DF8-62A6-4703-A36B-BBCEF4BD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Agent Dashboard keeps progress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FF7B0-30EA-4F71-8524-BA234FF9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Four focused areas help you move from enrollment to commission tracking.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141CB-66BE-44F8-BA4D-759F34C0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30BCE-8206-4DCA-BA85-C24232B3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2209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6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AGENT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6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E4195-5160-4093-8958-BB6DA5EE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BDE9C-4F62-47E3-8B1E-D526207B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At-a-glance restaurants, orders, sales, and commission.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49643-CB89-445D-AF4F-F1B06F6D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3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466AE-9B7B-4F86-8796-0004B46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1A33A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F1A33A"/>
                </a:solidFill>
                <a:latin typeface="Manrope"/>
                <a:ea typeface="Manrope"/>
                <a:cs typeface="Manrope"/>
              </a:rPr>
              <a:t>RESTAURANTS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651F7-1444-4143-B40B-0ECD50DB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Enrollment status, files, corrections, and restaurant details.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E80FE-2116-43DA-B2C4-E0B48E4A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A3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5696A-7D8C-4F14-BFA1-5FE2F975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38A64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38A64"/>
                </a:solidFill>
                <a:latin typeface="Manrope"/>
                <a:ea typeface="Manrope"/>
                <a:cs typeface="Manrope"/>
              </a:rPr>
              <a:t>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F8AE1-1A91-41DE-B141-78E89DE2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Order references, rates, commission amounts, and status.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B5A05-55C8-49F7-A363-609BA54B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242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A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8BACA-CA20-4F4A-ACE3-3ABA0E39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HELP &amp;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21362-E199-46D7-9D8E-C871091C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Practical guidance plus direct support by email.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0DF56-443A-4FCC-A025-2ECE7B17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91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24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27333-60DC-49D9-8806-32473C66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70930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6AC345-D159-4B8A-B283-D8561A16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AGENT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1EBD1-E47C-4EFC-A030-B5EBD7ED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The best agents make the process easier for restaurant owners.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44717-884F-4F1B-8AB0-B67404E0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20885-59C0-4874-81AA-3642FB6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Set clear expectations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A6601-CFB1-487A-A7B9-D854F77A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383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Approval comes first. Earnings begin only after qualifying delivered orders.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47360-8A51-4707-ADDD-D75639B4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45A5D-8758-41C0-9D54-7F552ECA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84856-FA20-416F-BBEB-683BB39B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Check every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E3D3A-ACD4-4FCA-BAEC-3C0FB952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289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Use accurate business, contact, address, and payout account information.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66777-172F-47AB-AB2F-38FCF605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87110-BF89-40E2-9005-08287269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FC069-F827-4E98-90FC-678A4174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Follow the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5CADC-03DC-4BFF-9651-8CF5364A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95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Watch document statuses and help owners respond to admin remarks.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462D6-5D5C-48F5-9230-A99AFBAB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3CCD5-9713-498C-8A30-640277F8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87FB6-7630-4D3D-A64B-58E5D98B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Use the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17CCD-1884-4AB3-8F53-9107FA8A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101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Match questions to the restaurant, order number, date, and expected amount.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DEC0A-621C-4B45-A058-45DD689A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00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cfb012c8243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486727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5A2D8-8778-405D-9272-AC5FC4A2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720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fc0a7b55a45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34625" y="503872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66FFD-A94A-42A6-AC8A-3EAA0B5B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1435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776c1782d42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4225" y="521017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24C4F-E234-4F4F-A0B4-6B123095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5858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3729E-CD74-4D9C-BC82-D2C77C9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86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62898fd9c4af2">
            <a:extLst>
              <a:ext uri="{96DAC541-7B7A-43D3-8B79-37D633B846F1}">
                <asvg:svgBlip xmlns:asvg="http://schemas.microsoft.com/office/drawing/2016/SVG/main" r:embed="R8fa68138c5aa45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524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1F30E-0939-4C50-8570-D88F882D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524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READY TO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BECOME 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AGENT?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0011A-B0B4-429B-A023-C9C01C72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80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Apply. Get approved. Start building your restaurant network.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ECE92-77CD-4801-88E9-A168AE36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3124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pahatud.com/agent/register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50D8A-6159-4111-B66A-D752729C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Agent support: info@pahatud.com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43BF5-1281-4831-8F46-EB73BF79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477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3b147833541a4"/>
          <a:stretch xmlns:a="http://schemas.openxmlformats.org/drawingml/2006/main"/>
        </p:blipFill>
        <p:spPr>
          <a:xfrm xmlns:a="http://schemas.openxmlformats.org/drawingml/2006/main">
            <a:off x="8367713" y="781050"/>
            <a:ext cx="2143125" cy="4762500"/>
          </a:xfrm>
          <a:prstGeom xmlns:a="http://schemas.openxmlformats.org/drawingml/2006/main" prst="roundRect">
            <a:avLst>
              <a:gd name="adj" fmla="val 661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76440-ADDF-44C8-B4A5-64CE0C5E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61975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Help more local restaurants become discoverable, order-ready, and connected to delivery.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34DEC-591D-467D-8AF7-9F45144A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2092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2026-09-21T07:38:47.5990000Z</dcterms:created>
  <dcterms:modified xsi:type="dcterms:W3CDTF">2026-09-21T07:38:47.5990000Z</dcterms:modified>
</coreProperties>
</file>