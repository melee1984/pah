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2a51523c2441f7" /><Relationship Type="http://schemas.openxmlformats.org/officeDocument/2006/relationships/extended-properties" Target="/docProps/app.xml" Id="R79059a91cc7b4001" /><Relationship Type="http://schemas.openxmlformats.org/officeDocument/2006/relationships/officeDocument" Target="/ppt/presentation.xml" Id="Rdfaf4ad9cef5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3e944787b7490f"/>
  </p:sldMasterIdLst>
  <p:notesMasterIdLst>
    <p:notesMasterId xmlns:r="http://schemas.openxmlformats.org/officeDocument/2006/relationships" r:id="Rfcad6beff0304320"/>
  </p:notesMasterIdLst>
  <p:sldIdLst>
    <p:sldId xmlns:r="http://schemas.openxmlformats.org/officeDocument/2006/relationships" id="256" r:id="R34d191d3b9fa4bcd"/>
    <p:sldId xmlns:r="http://schemas.openxmlformats.org/officeDocument/2006/relationships" id="257" r:id="R585a78adb37d4a12"/>
    <p:sldId xmlns:r="http://schemas.openxmlformats.org/officeDocument/2006/relationships" id="258" r:id="R2f5448a6a2694658"/>
    <p:sldId xmlns:r="http://schemas.openxmlformats.org/officeDocument/2006/relationships" id="259" r:id="R54ff78ca16544c5d"/>
    <p:sldId xmlns:r="http://schemas.openxmlformats.org/officeDocument/2006/relationships" id="260" r:id="R10021e87e26d49d2"/>
    <p:sldId xmlns:r="http://schemas.openxmlformats.org/officeDocument/2006/relationships" id="261" r:id="R77ce983b3d5541aa"/>
    <p:sldId xmlns:r="http://schemas.openxmlformats.org/officeDocument/2006/relationships" id="262" r:id="Rffa60fe65ecd4cd0"/>
    <p:sldId xmlns:r="http://schemas.openxmlformats.org/officeDocument/2006/relationships" id="263" r:id="Rbe88853be72d49ce"/>
    <p:sldId xmlns:r="http://schemas.openxmlformats.org/officeDocument/2006/relationships" id="264" r:id="R543d0eb8455f4155"/>
    <p:sldId xmlns:r="http://schemas.openxmlformats.org/officeDocument/2006/relationships" id="265" r:id="Rf64b2f0608ee4f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106d18bb2644d6" /><Relationship Type="http://schemas.openxmlformats.org/officeDocument/2006/relationships/slideMaster" Target="/ppt/slideMasters/slideMaster1.xml" Id="R3d3e944787b7490f" /><Relationship Type="http://schemas.openxmlformats.org/officeDocument/2006/relationships/notesMaster" Target="/ppt/notesMasters/notesMaster1.xml" Id="Rfcad6beff0304320" /><Relationship Type="http://schemas.openxmlformats.org/officeDocument/2006/relationships/presProps" Target="/ppt/presProps.xml" Id="R9479debd3db14474" /><Relationship Type="http://schemas.openxmlformats.org/officeDocument/2006/relationships/tableStyles" Target="/ppt/tableStyles.xml" Id="R829b91aab59c44de" /><Relationship Type="http://schemas.openxmlformats.org/officeDocument/2006/relationships/slide" Target="/ppt/slides/slide1.xml" Id="R34d191d3b9fa4bcd" /><Relationship Type="http://schemas.openxmlformats.org/officeDocument/2006/relationships/slide" Target="/ppt/slides/slide2.xml" Id="R585a78adb37d4a12" /><Relationship Type="http://schemas.openxmlformats.org/officeDocument/2006/relationships/slide" Target="/ppt/slides/slide3.xml" Id="R2f5448a6a2694658" /><Relationship Type="http://schemas.openxmlformats.org/officeDocument/2006/relationships/slide" Target="/ppt/slides/slide4.xml" Id="R54ff78ca16544c5d" /><Relationship Type="http://schemas.openxmlformats.org/officeDocument/2006/relationships/slide" Target="/ppt/slides/slide5.xml" Id="R10021e87e26d49d2" /><Relationship Type="http://schemas.openxmlformats.org/officeDocument/2006/relationships/slide" Target="/ppt/slides/slide6.xml" Id="R77ce983b3d5541aa" /><Relationship Type="http://schemas.openxmlformats.org/officeDocument/2006/relationships/slide" Target="/ppt/slides/slide7.xml" Id="Rffa60fe65ecd4cd0" /><Relationship Type="http://schemas.openxmlformats.org/officeDocument/2006/relationships/slide" Target="/ppt/slides/slide8.xml" Id="Rbe88853be72d49ce" /><Relationship Type="http://schemas.openxmlformats.org/officeDocument/2006/relationships/slide" Target="/ppt/slides/slide9.xml" Id="R543d0eb8455f4155" /><Relationship Type="http://schemas.openxmlformats.org/officeDocument/2006/relationships/slide" Target="/ppt/slides/slide10.xml" Id="Rf64b2f0608ee4f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f55f6614b4b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fd81da7d34529" /><Relationship Type="http://schemas.openxmlformats.org/officeDocument/2006/relationships/notesMaster" Target="/ppt/notesMasters/notesMaster1.xml" Id="R44fc708c43a8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ec476bab04446" /><Relationship Type="http://schemas.openxmlformats.org/officeDocument/2006/relationships/notesMaster" Target="/ppt/notesMasters/notesMaster1.xml" Id="R082fc45e46b346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1910ca9628492e" /><Relationship Type="http://schemas.openxmlformats.org/officeDocument/2006/relationships/notesMaster" Target="/ppt/notesMasters/notesMaster1.xml" Id="R5571669d9ac0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e4e6b34b834aa2" /><Relationship Type="http://schemas.openxmlformats.org/officeDocument/2006/relationships/notesMaster" Target="/ppt/notesMasters/notesMaster1.xml" Id="R16f3416056f948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2351f866d34b85" /><Relationship Type="http://schemas.openxmlformats.org/officeDocument/2006/relationships/notesMaster" Target="/ppt/notesMasters/notesMaster1.xml" Id="Rcd4f88add3b24a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b75f7f3b04b7a" /><Relationship Type="http://schemas.openxmlformats.org/officeDocument/2006/relationships/notesMaster" Target="/ppt/notesMasters/notesMaster1.xml" Id="Ra934c6b716e2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b0dbd284124c88" /><Relationship Type="http://schemas.openxmlformats.org/officeDocument/2006/relationships/notesMaster" Target="/ppt/notesMasters/notesMaster1.xml" Id="Rddcf15a8fe8e40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77cd7812a54ffc" /><Relationship Type="http://schemas.openxmlformats.org/officeDocument/2006/relationships/notesMaster" Target="/ppt/notesMasters/notesMaster1.xml" Id="R22422e17400b41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e7ffcff78f4984" /><Relationship Type="http://schemas.openxmlformats.org/officeDocument/2006/relationships/notesMaster" Target="/ppt/notesMasters/notesMaster1.xml" Id="R16230d7db3a947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dbef23a91d40bc" /><Relationship Type="http://schemas.openxmlformats.org/officeDocument/2006/relationships/notesMaster" Target="/ppt/notesMasters/notesMaster1.xml" Id="Rcb0508edc38b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Pahatud Agent orientation deck. Program language is based on resources/views/agent/auth/register.blade.php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Benefits describe portal capabilities and do not promise a fixed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config/agent.php. Current defaults are 15% Pahatud commission and a 30% agent share, producing ₱45 on a qualifying ₱1,000 order. Actual agent and restaurant rates may vary and are stored per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 and resources/views/agent/help.blade.php. Pahatud operations coordinates approved payouts; the dashboard does not currently offer self-service withdrawal.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resources/views/agent/auth/register.blade.php. Agent application and restaurant enrollment alone do not generate commission; a linked approved restaurant must complete a qualifying delivered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 and resources/views/agent/dashboard.blade.php. Required standard documents are a valid government-issued ID and a DTI, SEC, or CDA business registration certificate. Representatives also need an authorization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resources/views/agent/layouts/app.blade.php, resources/views/agent/dashboard.blade.php, resources/views/agent/reports/index.blade.php, and resources/views/agent/help.blade.php.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resources/views/agent/help.blade.php. Restaurant images are existing Pahatud partner assets from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to action. Agent application route: /agent/register. Support email: info@pahatud.com.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1e795e408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3c8aaec50842b5" /><Relationship Type="http://schemas.openxmlformats.org/officeDocument/2006/relationships/slideLayout" Target="/ppt/slideLayouts/slideLayout1.xml" Id="Rbd631a288210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31a288210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759938a564280" /><Relationship Type="http://schemas.openxmlformats.org/officeDocument/2006/relationships/image" Target="/ppt/media/image.jpeg" Id="Rc88fc08d746245e6" /><Relationship Type="http://schemas.openxmlformats.org/officeDocument/2006/relationships/image" Target="/ppt/media/image2.jpeg" Id="R82cb5c83255f4b92" /><Relationship Type="http://schemas.openxmlformats.org/officeDocument/2006/relationships/notesSlide" Target="/ppt/notesSlides/notesSlide1.xml" Id="R1adb9636d9b64d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3f43109ae4cee" /><Relationship Type="http://schemas.openxmlformats.org/officeDocument/2006/relationships/image" Target="/ppt/media/image.png" Id="R08defadd60864109" /><Relationship Type="http://schemas.openxmlformats.org/officeDocument/2006/relationships/notesSlide" Target="/ppt/notesSlides/notesSlide2.xml" Id="R8754d1cbc7ae4d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686d24ad94fb7" /><Relationship Type="http://schemas.openxmlformats.org/officeDocument/2006/relationships/notesSlide" Target="/ppt/notesSlides/notesSlide3.xml" Id="Rf05846c7fc8f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bd9b0237a42b0" /><Relationship Type="http://schemas.openxmlformats.org/officeDocument/2006/relationships/notesSlide" Target="/ppt/notesSlides/notesSlide4.xml" Id="Ra27ecd598d164b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f1a83993844cf" /><Relationship Type="http://schemas.openxmlformats.org/officeDocument/2006/relationships/notesSlide" Target="/ppt/notesSlides/notesSlide5.xml" Id="R766f9909a331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5bd73f4814299" /><Relationship Type="http://schemas.openxmlformats.org/officeDocument/2006/relationships/notesSlide" Target="/ppt/notesSlides/notesSlide6.xml" Id="R3b90788face9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aac69712b4145" /><Relationship Type="http://schemas.openxmlformats.org/officeDocument/2006/relationships/notesSlide" Target="/ppt/notesSlides/notesSlide7.xml" Id="Ref59b83899aa41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7065528b34f09" /><Relationship Type="http://schemas.openxmlformats.org/officeDocument/2006/relationships/notesSlide" Target="/ppt/notesSlides/notesSlide8.xml" Id="R079a786e36924c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cf07b8d8744ad" /><Relationship Type="http://schemas.openxmlformats.org/officeDocument/2006/relationships/image" Target="/ppt/media/image3.jpeg" Id="R6bf6c6e782554f6e" /><Relationship Type="http://schemas.openxmlformats.org/officeDocument/2006/relationships/image" Target="/ppt/media/image4.jpeg" Id="R955fe9880aac441c" /><Relationship Type="http://schemas.openxmlformats.org/officeDocument/2006/relationships/image" Target="/ppt/media/image5.jpeg" Id="R694844c484d943e8" /><Relationship Type="http://schemas.openxmlformats.org/officeDocument/2006/relationships/notesSlide" Target="/ppt/notesSlides/notesSlide9.xml" Id="R6c627470179b48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8a0468b4d4f12" /><Relationship Type="http://schemas.openxmlformats.org/officeDocument/2006/relationships/image" Target="/ppt/media/image6.jpeg" Id="R2754ac88dbc141ef" /><Relationship Type="http://schemas.openxmlformats.org/officeDocument/2006/relationships/image" Target="/ppt/media/image2.png" Id="R8b03bc39928746a7" /><Relationship Type="http://schemas.openxmlformats.org/officeDocument/2006/relationships/notesSlide" Target="/ppt/notesSlides/notesSlide10.xml" Id="R9ba4c900a4dd45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5DEB8-075E-445C-A5D8-663CC38C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B43C4-518B-4CF7-8FEB-5A767C59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6750"/>
            <a:ext cx="4000500" cy="5524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fc08d746245e6"/>
          <a:srcRect xmlns:a="http://schemas.openxmlformats.org/drawingml/2006/main" l="7027" t="0" r="7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48575" y="838200"/>
            <a:ext cx="3657600" cy="51816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b5c83255f4b92"/>
          <a:stretch xmlns:a="http://schemas.openxmlformats.org/drawingml/2006/main"/>
        </p:blipFill>
        <p:spPr>
          <a:xfrm xmlns:a="http://schemas.openxmlformats.org/drawingml/2006/main">
            <a:off x="704850" y="5524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C0C5B-C25A-40C6-880D-15DAE4CC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PAHATUD AGENT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9E1A3-FCA3-436C-93E1-33B611E2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Connect local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restaurants.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Grow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EE290-89C0-4450-B07A-F928B1C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practical introduction to the Pahatud Agent role, benefits, earnings, and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48D9E-3DE1-4E0E-B657-DBD51676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AGENT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81B52-0C55-4245-AF38-DD8453B3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95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33219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9F83F-0E90-4DD7-B7C7-6232EF6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YOUR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5B447-F5E6-42B9-B1CF-4D00100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Agents connect restaurants to Pahatud.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EC4DD-4B59-4BBF-84A6-FB341FEE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You introduce, guide, and support restaurants as they join the marketplace.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EF0C9-CE8A-498D-AF4D-D1660F1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ACC63-584B-47D0-9C3A-ACB0EA27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670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Connect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48150-3D84-467A-A918-880E1B8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909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16B70-0E03-48E6-934D-EBC34946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71C45-4612-485E-807C-9A086753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481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9ED0C-45BA-4487-BBDD-92CFBF3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719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Help owners complete enrollment, documents, and requested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679F1-6438-403C-8C9A-E7B5596A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3D245-1610-4FFE-9DBD-1C582C6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29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Grow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F77A3-72B7-4EBF-ADA6-C88CD520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530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Stay connected as approved restaurants receive qualifying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842DB-6F35-4D7C-917B-23D25E4B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"/>
            <a:ext cx="3257550" cy="57912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3F0DB-CE75-4D8D-8AD9-73D64F3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10125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efadd60864109"/>
          <a:stretch xmlns:a="http://schemas.openxmlformats.org/drawingml/2006/main"/>
        </p:blipFill>
        <p:spPr>
          <a:xfrm xmlns:a="http://schemas.openxmlformats.org/drawingml/2006/main">
            <a:off x="8401050" y="1091142"/>
            <a:ext cx="2095500" cy="4656667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321AB-18CC-459F-A39B-1A182F63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LOCAL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A3421-FBC6-40E1-BD73-270E87B3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0683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FE5C1-025E-49C8-BCC3-51292302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WHAT AGENTS 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0607F-AD10-4997-BBD8-9A5C177C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 clear way to build a network and see the value it creates.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70AF3-3FD2-4FD6-893E-B78B09A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2971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F2A09-D4A7-43BB-A4E3-5180294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FB5E0-65B2-494C-B496-108123C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E7948-B01C-46D4-A866-A512DFD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Commission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2A938-70F0-4C07-95AE-F3C48C82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Earn a share of Pahatud's commission on qualifying successful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4FCFD-BB4D-4395-8669-6C13568A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21613-DD96-4F74-9E94-660AA7CC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100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8DF14-CB6D-4826-A4C8-A93D133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Enroll restaurants and monitor every partner connected to your account.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29FF1-4FDD-4F2F-B4DF-8D9CAAF3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66C49-7D03-4365-9E4C-2CA6D780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Order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F73DA-3864-45F2-AC95-B9C28DD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See submitted orders and eligible sales tied to commission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A2966-02D0-42B1-96DA-940E0459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0B669-D098-413A-9F30-64D44B22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19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Transparent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2EBD9-E7D3-4497-855B-A757653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Review pending, approved, paid, and reversed entries by restaurant and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8CE94-0905-4A24-B3B9-75F2EFE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F0864-7A1E-467C-91E3-02E958A5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when you need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3F1EA-0AC6-4C94-BBB6-58329393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388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Use the built-in guide and email agent support at info@pahatud.com.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DB71A-92F9-4E05-BE5C-C090E870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6249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638DE-7A50-462A-825E-165F8815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HOW EARNINGS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E5333-3F1D-4664-B43E-680F3D87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Your earnings come from Pahatud's commission.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6BD5-1B22-46E7-BCCD-A587327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Your share is not calculated from the full order value. Example uses the current default rates.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AAFC1-D7E2-406F-B61E-C716B16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956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69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E0ADA-B7DF-4CE3-9087-E4D051AD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41E32-DCDB-4879-AA23-63BA449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ORDER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FF067-F697-42FE-886A-22C683EB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₱1,000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9AF1F-0DF1-4974-B1D8-F3E54FE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eligible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C88C-7549-4858-8552-1A6B668C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72442-469F-43A6-89D3-4A77EE6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PAHATUD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0297B-0A76-40F0-A548-DDB69E48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15%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C70CE-6660-42C7-AB56-96E404A1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₱150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1D098-D8CA-47C4-990C-98CDEA0F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86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C5DEB-E80D-44D0-998C-FC056B2F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AGENT SHARE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8E30E-A609-4F51-9E75-C3D8FD9A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E1E0D-EE02-4C71-846D-33BB93C0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₱45 earned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7400B-3BA9-4166-9CC4-7B4ADAE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739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₱1,000 × 15% × 30% = ₱45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8E651-EEC5-4CFC-9A70-99D07C0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Actual rates are stored with each order. Your confirmed share appears in the Agent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18A21-56FA-4C47-A142-FEDD8AA0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9061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D5B5B-82DA-4508-955A-004E0A8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FROM ORDER TO PAYOUT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46002-1BD0-4A95-8B69-B8EAA873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Track every commission from order to payout.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CD087-92D0-4F6D-BA6E-E2D0CF2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The ledger keeps qualifying and reversed activity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B250B-AB9B-4307-806D-EBD11EA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194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071F7-B24F-4CD2-A266-07B5534D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A7288-A470-4340-A2FA-7359F022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59FAD-4E9F-4471-8627-5E9DEA1A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rPr>
              <a:t>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87D7D-A83F-4C11-B8FD-D3AE9764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Recorded for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C14E4-0665-4E55-BAAE-0B8C713F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 qualifying delivered order creates a commission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D992C-7BEE-41C0-A774-6C0B13E0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49836-C456-4F7C-9AC2-5C9EC00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D77E5-33C6-4776-8A6E-91408C80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DAAC8-FBA0-4277-92D1-8CD808F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Confirmed as eligible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B0646-1DC2-480F-830D-D9975895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Pahatud validates the entry before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56150-02AD-4FE0-8524-AC0504D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CBB37-EB6D-4C28-91DA-A7B9B1A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587FF-E166-4F12-9D60-26333A50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C1B1F-1541-4D82-8380-5CAC8D13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Payout recorded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8B3ED-D4CB-4443-8A28-B0B7C388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Operations coordinates payment and marks the entry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87B18-2589-48BA-B7D6-E5AE9A7F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744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CFEC3-159F-4FBE-BADE-4051A19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Reversed entries remain visible for transparency. The current portal tracks commissions but does not initiate self-service withdrawals.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2C893-76FE-4932-8CF4-98624817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4860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A3D96-AF06-4114-9752-1B676D9B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YOUR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F70B0-91E9-41AB-9903-71A1334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 steps from application to active earnings.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18460-387B-4EDD-B67A-41E44CB7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925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>
                <a:alpha val="53333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057EB-AA10-49B8-8F6C-8A2BB190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B5888-14CA-48EA-A04C-A1F0538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34762-BF0B-43BB-BC0D-52582F4E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2B0C5-4064-49EB-BE0A-9CB916A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Create your agent account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7D21D-80CC-4F87-AE7F-1FCEA8F9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9C3EC-3987-4379-A8B4-1BD922CE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9A5BE-4800-4CE8-AB2F-5E095847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4B495-85FF-48CA-959A-C9BEE624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Wait for Pahatud's review and email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E27EA-9145-4D5D-B6B8-25F4DF8D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D2DC9-AB39-4E88-A552-39FBB0D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DE680-0B5D-4968-8338-64C2763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Enroll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CA87A-6AF7-45AA-AC4C-B101E07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Add a restaurant and send its private invitation.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1C373-0397-4299-A77C-A0F0C1E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CDDE2-110C-416B-B59D-7F7DA747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78946-2DC3-43A3-BE1E-BC560046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45593-1869-4C56-A257-B2B5E90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Complete details, documents, and final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6174D-07B3-46F9-9F6B-162434A5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93C10D-8191-419F-8A9C-8E0BDE6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19425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8C0F6-2027-44C5-84FD-E4C556A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Earn and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1920C-A09A-4E20-A29A-70606927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400550"/>
            <a:ext cx="1962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Qualifying delivered orders record commission.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758AB-E90C-467F-9C3C-E4E1EE42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95950"/>
            <a:ext cx="62103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00AF-D0DE-4237-9EFE-F23801A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38825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Restaurant enrollment alone does not generate commission.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04F9F-A350-41A4-8963-0129F2DB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9987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AFE0D-878C-47BA-929F-254486CA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5D604-E736-49BE-A59D-2733DF5C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HELP A LOCAL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RESTAURANT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GET 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9B09D-D5DE-4B1E-8298-9532CA7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D6DAD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6DADC"/>
                </a:solidFill>
                <a:latin typeface="Avenir Next"/>
                <a:ea typeface="Avenir Next"/>
                <a:cs typeface="Avenir Next"/>
              </a:rPr>
              <a:t>Complete details and current documents make review easier.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9EAC3-8429-459E-847D-25C10D2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ENROLLMENT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81B43-3163-460B-9112-5824FDCF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Required business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C7979-E730-4CAC-994E-F7CEBB2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76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46F46-8D62-4A8E-8833-E99C493A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287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Restaurant and registered business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83D43-8CE8-4D14-B875-2BD276A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4764B-FC69-40CF-B9B4-246ACF7F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3B3AE-B614-4F53-BFC8-0570DF81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Contact details and full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67EA5-1970-463D-B13C-91C4672A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765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58DC2-BBD1-4361-94F2-D1ED2A0D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3CC1E-B9AE-426C-96D8-5C7C373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765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TIN and business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80A30-83A1-4CED-BDED-E943C83E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004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B5B6A-E08A-407E-8314-4CC2FCC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3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37D8C-E2D1-49E1-8EC0-2573E2A0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Payout account name and account details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F7EEA-1D04-4740-9ADF-2BC4DB4F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243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09957-F13D-483A-9AE8-627114C9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71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2A85D-560D-4DDA-85D2-CA7E40D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2435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Enrollment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FA847-65B4-460B-8BA3-8A42B63A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4820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FDF2D-31CB-4008-8FE8-C74336E7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66750"/>
            <a:ext cx="335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Required documents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F86BB-F271-4381-8561-B503DB28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71600"/>
            <a:ext cx="34480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79CB2-BAED-4791-9953-A7CBB1C3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478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C72A2E"/>
                </a:solidFill>
                <a:latin typeface="Avenir Next"/>
                <a:ea typeface="Avenir Next"/>
                <a:cs typeface="Avenir Next"/>
              </a:rPr>
              <a:t>VALID GOVERNMENT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A4A70-4B81-4FE0-9BF5-5ADD0B4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 clear, current ID for the owner or authorized enrollee.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74A71-961B-4552-AEF2-FE0A7C3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44805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0CFDB-80E0-4AF9-843D-1447026A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BUSINESS REGISTRATION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DC70F5-F8DC-4848-9464-2D9C1BB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2838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DTI, SEC, or CDA registration certificate, as applicable.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1E873-8189-4741-905C-64C5490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34480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7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47C0F-9D7F-4CBD-B099-2FD9848A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76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WHEN REPRESENTING THE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9413B-1EE3-4299-8508-48155100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38750"/>
            <a:ext cx="2838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Include an authorization letter, secretary's certificate, board resolution, or SPA.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368AA-2FEC-4644-9246-3FF41DDF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3616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D1545-7606-4887-81DB-E4C2C0C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YOUR WORKING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A02E5-41BF-4C54-9EB0-B329EAEE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3375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The Agent Dashboard keeps progress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FE8CA-4B53-4EAB-AE0E-AEB1566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Four focused areas help you move from enrollment to commission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E7BDA-254F-4A4E-9782-D2B7D197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5D687-2787-4470-943A-03FC0D10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2209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9D453-FED8-4BBC-BD23-602DB19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5F027-8605-4B8E-A8C0-CDD306D9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At-a-glance restaurants, orders, sales, and commission.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F217E-1798-4CCA-B73B-B0206E4F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3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3834-2128-478A-8EA0-6B3C02FF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1A33A"/>
                </a:solidFill>
                <a:latin typeface="Avenir Next"/>
                <a:ea typeface="Avenir Next"/>
                <a:cs typeface="Avenir Next"/>
              </a:rPr>
              <a:t>RESTAURANTS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82479-8DA7-4A7E-A110-80244C9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Enrollment status, files, corrections, and restaurant details.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22923-C091-4B0A-9771-25EE2CBB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A3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3F3D7-E69B-4857-867E-31C47A7C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38A64"/>
                </a:solidFill>
                <a:latin typeface="Avenir Next"/>
                <a:ea typeface="Avenir Next"/>
                <a:cs typeface="Avenir Next"/>
              </a:rPr>
              <a:t>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9AA8-EE66-4C73-A6A1-CBC2F8B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Order references, rates, commission amounts, and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E0039-E85B-41D0-A39F-601D180E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2422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8A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A4A4D-99E0-42B6-B04D-32ECEFF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&amp; FAQ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BF1C1-7610-44AB-8C6D-2C4A061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06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60686C"/>
                </a:solidFill>
                <a:latin typeface="Avenir Next"/>
                <a:ea typeface="Avenir Next"/>
                <a:cs typeface="Avenir Next"/>
              </a:rPr>
              <a:t>Practical guidance plus direct support by email.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B7EC8-E9B2-411B-9211-3790753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911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24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61DD1-7746-42CF-B4A0-687966FB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3714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FC914B-EC7F-4432-BEF0-DE2B3A9A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AGENT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9AF0C-0294-45FA-8411-AC9FE217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best agents make the process easier for restaurant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44CA0-711B-4D5E-8B0C-AF522A4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68CD-FAA4-4A5F-BF37-067FB438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Set clear expectations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626AC-920E-41EB-97B0-63C6F3F1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383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Approval comes first. Earnings begin only after qualifying delivered orders.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8C7DB-F509-4530-92F9-851E110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4DE01-5D27-4C50-98DF-ACC6FF87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9264-5BBB-469F-9630-7D21DFE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 every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59CF5-589B-437C-A18B-08BDD70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Use accurate business, contact, address, and payout account information.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DAD07-247D-439A-A2D2-3EFA1E6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223F9-C207-4B10-8889-938666D6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51FD0-E78D-4EB2-AA6C-FC552613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Follow the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5569D-DF13-474B-90D0-B073560E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Watch document statuses and help owners respond to admin remarks.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08E37-3E0C-41E9-8D50-B8B7A312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B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65D6C-F7D8-408E-ACA1-5BF8033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8A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5B3C-398F-41F7-A86F-108CB4A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the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B7BF4-9D98-4194-A73C-4B0056BB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C6CBCE"/>
                </a:solidFill>
                <a:latin typeface="Avenir Next"/>
                <a:ea typeface="Avenir Next"/>
                <a:cs typeface="Avenir Next"/>
              </a:rPr>
              <a:t>Match questions to the restaurant, order number, date, and expected amount.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2926B-1ABB-4836-814F-8788E484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0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6c6e782554f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672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31F5F-65EF-4B05-B34C-672D3BA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20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fe9880aac44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4625" y="503872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B928F-E585-48DE-A50D-A7042304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1435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844c484d943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4225" y="5210175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026FD-0AEC-4016-9E6B-F42E6DF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5813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F9CA6-F0CD-43AD-95A2-7A24C46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8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4ac88dbc141ef"/>
          <a:stretch xmlns:a="http://schemas.openxmlformats.org/drawingml/2006/main"/>
        </p:blipFill>
        <p:spPr>
          <a:xfrm xmlns:a="http://schemas.openxmlformats.org/drawingml/2006/main">
            <a:off x="723900" y="5524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D795D-E5D7-4937-8E88-4DF1862D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524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READY TO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BECOME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PAHATUD AGENT?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C3B66-35F2-419B-87F7-8BAE2EFE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Apply. Get approved. Start building your restaurant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21EAC-0390-4693-8A2C-34D64D42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124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9050" rIns="1143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EF3B35"/>
                </a:solidFill>
                <a:latin typeface="Avenir Next"/>
                <a:ea typeface="Avenir Next"/>
                <a:cs typeface="Avenir Next"/>
              </a:rPr>
              <a:t>pahatud.com/agent/register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19183-E881-45A0-BB0D-681DEA88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Agent support: info@pahatud.com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5D7A2-4AE2-48EC-87D3-C50B84E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770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3bc39928746a7"/>
          <a:stretch xmlns:a="http://schemas.openxmlformats.org/drawingml/2006/main"/>
        </p:blipFill>
        <p:spPr>
          <a:xfrm xmlns:a="http://schemas.openxmlformats.org/drawingml/2006/main">
            <a:off x="8367713" y="781050"/>
            <a:ext cx="2143125" cy="4762500"/>
          </a:xfrm>
          <a:prstGeom xmlns:a="http://schemas.openxmlformats.org/drawingml/2006/main" prst="roundRect">
            <a:avLst>
              <a:gd name="adj" fmla="val 66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0CA9-0687-4854-BED2-2ECC54B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61975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202426"/>
                </a:solidFill>
                <a:latin typeface="Avenir Next"/>
                <a:ea typeface="Avenir Next"/>
                <a:cs typeface="Avenir Next"/>
              </a:rPr>
              <a:t>Help more local restaurants become discoverable, order-ready, and connected to delivery.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08CC9-2195-47BA-9FDD-3535F468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8B9295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3854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2026-09-21T07:30:44.5300000Z</dcterms:created>
  <dcterms:modified xsi:type="dcterms:W3CDTF">2026-09-21T07:30:44.5300000Z</dcterms:modified>
</coreProperties>
</file>