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a3c728e634a38" /><Relationship Type="http://schemas.openxmlformats.org/officeDocument/2006/relationships/extended-properties" Target="/docProps/app.xml" Id="R25e9aa7a2d124941" /><Relationship Type="http://schemas.openxmlformats.org/officeDocument/2006/relationships/officeDocument" Target="/ppt/presentation.xml" Id="Rd821f71a1746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ace57c4954716"/>
  </p:sldMasterIdLst>
  <p:notesMasterIdLst>
    <p:notesMasterId xmlns:r="http://schemas.openxmlformats.org/officeDocument/2006/relationships" r:id="R4c6e5d139e884469"/>
  </p:notesMasterIdLst>
  <p:sldIdLst>
    <p:sldId xmlns:r="http://schemas.openxmlformats.org/officeDocument/2006/relationships" id="256" r:id="R0b6b5d9f6b2d47a7"/>
    <p:sldId xmlns:r="http://schemas.openxmlformats.org/officeDocument/2006/relationships" id="257" r:id="R7952d98865854500"/>
    <p:sldId xmlns:r="http://schemas.openxmlformats.org/officeDocument/2006/relationships" id="258" r:id="R37ce22993923459a"/>
    <p:sldId xmlns:r="http://schemas.openxmlformats.org/officeDocument/2006/relationships" id="259" r:id="R667565d1a072437d"/>
    <p:sldId xmlns:r="http://schemas.openxmlformats.org/officeDocument/2006/relationships" id="260" r:id="Rc95a64f61e134cca"/>
    <p:sldId xmlns:r="http://schemas.openxmlformats.org/officeDocument/2006/relationships" id="261" r:id="Re7b39bdfc62c439c"/>
    <p:sldId xmlns:r="http://schemas.openxmlformats.org/officeDocument/2006/relationships" id="262" r:id="Ra76ee0a86a694af0"/>
    <p:sldId xmlns:r="http://schemas.openxmlformats.org/officeDocument/2006/relationships" id="263" r:id="Re664c0ddc64b4515"/>
    <p:sldId xmlns:r="http://schemas.openxmlformats.org/officeDocument/2006/relationships" id="264" r:id="R121baf6ccfa845ee"/>
    <p:sldId xmlns:r="http://schemas.openxmlformats.org/officeDocument/2006/relationships" id="265" r:id="R35aba6f7d9334d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971cb382242be" /><Relationship Type="http://schemas.openxmlformats.org/officeDocument/2006/relationships/slideMaster" Target="/ppt/slideMasters/slideMaster1.xml" Id="R866ace57c4954716" /><Relationship Type="http://schemas.openxmlformats.org/officeDocument/2006/relationships/notesMaster" Target="/ppt/notesMasters/notesMaster1.xml" Id="R4c6e5d139e884469" /><Relationship Type="http://schemas.openxmlformats.org/officeDocument/2006/relationships/presProps" Target="/ppt/presProps.xml" Id="R9de91ffccb7142c8" /><Relationship Type="http://schemas.openxmlformats.org/officeDocument/2006/relationships/tableStyles" Target="/ppt/tableStyles.xml" Id="R92eb1ee3bac24242" /><Relationship Type="http://schemas.openxmlformats.org/officeDocument/2006/relationships/slide" Target="/ppt/slides/slide1.xml" Id="R0b6b5d9f6b2d47a7" /><Relationship Type="http://schemas.openxmlformats.org/officeDocument/2006/relationships/slide" Target="/ppt/slides/slide2.xml" Id="R7952d98865854500" /><Relationship Type="http://schemas.openxmlformats.org/officeDocument/2006/relationships/slide" Target="/ppt/slides/slide3.xml" Id="R37ce22993923459a" /><Relationship Type="http://schemas.openxmlformats.org/officeDocument/2006/relationships/slide" Target="/ppt/slides/slide4.xml" Id="R667565d1a072437d" /><Relationship Type="http://schemas.openxmlformats.org/officeDocument/2006/relationships/slide" Target="/ppt/slides/slide5.xml" Id="Rc95a64f61e134cca" /><Relationship Type="http://schemas.openxmlformats.org/officeDocument/2006/relationships/slide" Target="/ppt/slides/slide6.xml" Id="Re7b39bdfc62c439c" /><Relationship Type="http://schemas.openxmlformats.org/officeDocument/2006/relationships/slide" Target="/ppt/slides/slide7.xml" Id="Ra76ee0a86a694af0" /><Relationship Type="http://schemas.openxmlformats.org/officeDocument/2006/relationships/slide" Target="/ppt/slides/slide8.xml" Id="Re664c0ddc64b4515" /><Relationship Type="http://schemas.openxmlformats.org/officeDocument/2006/relationships/slide" Target="/ppt/slides/slide9.xml" Id="R121baf6ccfa845ee" /><Relationship Type="http://schemas.openxmlformats.org/officeDocument/2006/relationships/slide" Target="/ppt/slides/slide10.xml" Id="R35aba6f7d933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dd7814098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543c2113d04252" /><Relationship Type="http://schemas.openxmlformats.org/officeDocument/2006/relationships/notesMaster" Target="/ppt/notesMasters/notesMaster1.xml" Id="R90ab35a2aadb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ba63105c19461a" /><Relationship Type="http://schemas.openxmlformats.org/officeDocument/2006/relationships/notesMaster" Target="/ppt/notesMasters/notesMaster1.xml" Id="R2282f4f0ce2a46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ea402fad64942" /><Relationship Type="http://schemas.openxmlformats.org/officeDocument/2006/relationships/notesMaster" Target="/ppt/notesMasters/notesMaster1.xml" Id="Rfded0ad3d3f543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1b5618ec8141b6" /><Relationship Type="http://schemas.openxmlformats.org/officeDocument/2006/relationships/notesMaster" Target="/ppt/notesMasters/notesMaster1.xml" Id="R3a2baf38b7a1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c0b1ac52ef4fbf" /><Relationship Type="http://schemas.openxmlformats.org/officeDocument/2006/relationships/notesMaster" Target="/ppt/notesMasters/notesMaster1.xml" Id="Re10e3e7a0c1643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8a5fe387f6403c" /><Relationship Type="http://schemas.openxmlformats.org/officeDocument/2006/relationships/notesMaster" Target="/ppt/notesMasters/notesMaster1.xml" Id="R99f294da45d744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08ef2916aa4fc4" /><Relationship Type="http://schemas.openxmlformats.org/officeDocument/2006/relationships/notesMaster" Target="/ppt/notesMasters/notesMaster1.xml" Id="Rd8fc5d7d2722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1dd2e6d1a8464d" /><Relationship Type="http://schemas.openxmlformats.org/officeDocument/2006/relationships/notesMaster" Target="/ppt/notesMasters/notesMaster1.xml" Id="R85faf603161c4a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de8812528a4b95" /><Relationship Type="http://schemas.openxmlformats.org/officeDocument/2006/relationships/notesMaster" Target="/ppt/notesMasters/notesMaster1.xml" Id="R7311ead155b3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236707784047bf" /><Relationship Type="http://schemas.openxmlformats.org/officeDocument/2006/relationships/notesMaster" Target="/ppt/notesMasters/notesMaster1.xml" Id="R32b34c125c63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5db50567748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67b131e0a94bcb" /><Relationship Type="http://schemas.openxmlformats.org/officeDocument/2006/relationships/slideLayout" Target="/ppt/slideLayouts/slideLayout1.xml" Id="R0188a6fc0ed343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8a6fc0ed343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96e985a0b411a" /><Relationship Type="http://schemas.openxmlformats.org/officeDocument/2006/relationships/image" Target="/ppt/media/image.jpeg" Id="R9332f19cc052429a" /><Relationship Type="http://schemas.openxmlformats.org/officeDocument/2006/relationships/image" Target="/ppt/media/image2.jpeg" Id="R6fe65839d75a42ae" /><Relationship Type="http://schemas.openxmlformats.org/officeDocument/2006/relationships/notesSlide" Target="/ppt/notesSlides/notesSlide1.xml" Id="R66829469f2be4d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73c9378fd45cf" /><Relationship Type="http://schemas.openxmlformats.org/officeDocument/2006/relationships/image" Target="/ppt/media/image.png" Id="Rfa327e2e3d64418f" /><Relationship Type="http://schemas.openxmlformats.org/officeDocument/2006/relationships/notesSlide" Target="/ppt/notesSlides/notesSlide2.xml" Id="Rd4890bb1348b4c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af6fe7e5446a1" /><Relationship Type="http://schemas.openxmlformats.org/officeDocument/2006/relationships/notesSlide" Target="/ppt/notesSlides/notesSlide3.xml" Id="Rbde6c9a1a7dd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b0697f5414354" /><Relationship Type="http://schemas.openxmlformats.org/officeDocument/2006/relationships/notesSlide" Target="/ppt/notesSlides/notesSlide4.xml" Id="R50f2a19f4c2f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a979eb2904758" /><Relationship Type="http://schemas.openxmlformats.org/officeDocument/2006/relationships/notesSlide" Target="/ppt/notesSlides/notesSlide5.xml" Id="R82f08549b5454a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2758d9d946be" /><Relationship Type="http://schemas.openxmlformats.org/officeDocument/2006/relationships/notesSlide" Target="/ppt/notesSlides/notesSlide6.xml" Id="R287dc01aa0a6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eef643f747c9" /><Relationship Type="http://schemas.openxmlformats.org/officeDocument/2006/relationships/notesSlide" Target="/ppt/notesSlides/notesSlide7.xml" Id="Rf59017e855f8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d3af5a844398" /><Relationship Type="http://schemas.openxmlformats.org/officeDocument/2006/relationships/notesSlide" Target="/ppt/notesSlides/notesSlide8.xml" Id="R36be9d49156c4d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847f4b0644f35" /><Relationship Type="http://schemas.openxmlformats.org/officeDocument/2006/relationships/image" Target="/ppt/media/image3.jpeg" Id="R68238da0a8a84f71" /><Relationship Type="http://schemas.openxmlformats.org/officeDocument/2006/relationships/image" Target="/ppt/media/image4.jpeg" Id="Ra5e8f217a5804b3e" /><Relationship Type="http://schemas.openxmlformats.org/officeDocument/2006/relationships/image" Target="/ppt/media/image5.jpeg" Id="R2cd5448c655d415e" /><Relationship Type="http://schemas.openxmlformats.org/officeDocument/2006/relationships/notesSlide" Target="/ppt/notesSlides/notesSlide9.xml" Id="R540b783bf12a45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029fc2e84ce4" /><Relationship Type="http://schemas.openxmlformats.org/officeDocument/2006/relationships/image" Target="/ppt/media/image6.jpeg" Id="Re05ea41e6d824d18" /><Relationship Type="http://schemas.openxmlformats.org/officeDocument/2006/relationships/image" Target="/ppt/media/image2.png" Id="R8a7a474b4ebe4c4b" /><Relationship Type="http://schemas.openxmlformats.org/officeDocument/2006/relationships/notesSlide" Target="/ppt/notesSlides/notesSlide10.xml" Id="Rd6cca2149cd045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17B45-AE8A-4838-A105-229ECD07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-762000"/>
            <a:ext cx="6667500" cy="742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5E4A4-7E39-461F-8419-755E9B2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2f19cc052429a"/>
          <a:srcRect xmlns:a="http://schemas.openxmlformats.org/drawingml/2006/main" l="7027" t="0" r="7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838200"/>
            <a:ext cx="3657600" cy="518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65839d75a42ae"/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560B1-CDEA-441B-9D5B-6EF0298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F021A-509E-4D89-91D5-D12318D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Grow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FB8F1-3815-400E-8C27-609E6ED5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practical introduction to the Pahatud Agent role, benefits, earnings, and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B7310-28CC-4BFA-887E-1BDEE3E3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AGENT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EB4C9-6898-4D9E-BF18-900175B4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35939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29CB3-E0CF-4AD7-9846-9051B13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33881-7E83-48F7-B332-87E7108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You are the bridge between a local restaurant and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99A54-7E07-40D7-B498-B6FDBC26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Agents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9ECE7-F98F-4B3C-8D47-EF523E7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6D15B-DEEF-480C-8F16-A83BFE4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01ACE-5901-4DE9-9830-E5F1454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10B2E-06C3-4164-AD2E-8A60DEE4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C0F2B-76A0-46CC-BBFB-64E476EB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A0F7F-A439-4395-82C6-59F5CC3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39C75-6A99-4630-80C6-1E6B249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D651-8EA3-43D6-AC39-84ED079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B9620-CA4D-4C26-9BEE-6A11F4B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49EC4-FD02-4E51-9256-1B24450E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09A97-A435-4FF8-A0BA-9978A810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27e2e3d64418f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75734-378A-4553-98AD-121DB34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3362F-16F6-42AB-B41B-B11F1DB4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7047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10A41-1803-43F2-A4E3-5569F5E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A61F-76B5-4884-B00F-5D5FAC4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48B20-3BB9-4B28-AC64-AB082A6C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83794-4FA5-4509-A938-CFC68AB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6B73-4EB2-4EB8-A7A1-94D3C8DA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01CBE-36F8-4336-9EAA-9EC1AD85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52CDC-4083-4CC0-BAF1-B9577D21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17EA9-C3F5-40AD-A171-4B685F4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2E5C0-C7E7-4226-BD89-E557094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B00F1-A3D2-4350-A058-BDFB1A5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FDA17-4FEF-41D7-9240-8C24B36D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B1042-953D-47C4-902A-57D3D305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09074-2668-45B9-9C72-94C60085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4616F-0F1F-41F0-842D-A25B96DF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111FC-F1CB-4CDE-BFAB-C096C3CC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79F3A-6325-4311-8A68-13529109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F46F3-F0E2-44D7-9E8D-BFE389B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D60B3-6875-4836-9CF3-DCD99E9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23CE6-AE7D-42F0-941F-7F43EC4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5413F-382C-4097-A6D6-B5A93DA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2762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F4B9A-AD37-4B7A-BBAA-D6F114CC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B1EE6-17F9-4465-9B17-BFEC8A8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share comes from Pahatud's commission, not the full order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E44B7-8D04-4034-ACE5-EB1952FF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Example using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AA5AD-642F-43CB-8DFB-01FA76A7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69779-562D-4592-B9C6-F90CDF1C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C4956-8D68-4BB7-AA9A-D3E4049A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A2159-18B1-45C2-887F-DA998635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164EA-2761-4A53-B975-136A9ED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943E6-5776-4333-A134-294D7E11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44C01-ECAA-4325-8AB5-35C29B8A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0E9C6-D2DF-41C2-ABF6-B7CE176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5859C-1AC9-4AB4-A453-06CB017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3E0D1-D25A-4038-AEAE-143C521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2F170-27F7-40E5-83A1-FC4043C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2FED1-393F-4D41-A2DA-E1192127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E4D54-D435-4429-83AB-FE1B9973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EAB4F-52F1-4401-8F6A-DCB2A41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CE43B-BD33-4E30-B346-9EBE5FB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87CDD-AA3D-4CF0-8B17-912953B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6613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D8344-62F2-4A5E-8465-715C3868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5F2D6-F02C-4B5B-8E68-3E4EA972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Every commission has a status you can follow.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656CC-A66B-46E6-AE0E-5C25069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7CAA0-295E-4A96-81C2-28DD516A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1D92-BABE-4E06-AFEC-E0008C8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67FB-18CF-4A2B-81AE-208CEE3C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4BEAA-E180-4A0F-A558-2F4139AD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A253A-C3D9-4F52-AF48-CAAD67F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8A2D2-9E48-4242-9D35-D42F246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6A1BD-6E9C-49F2-B88D-49E00B3F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4F51B-2FFE-42B6-A5CB-5FA490A4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B005F-7816-46C4-8BB6-E4549164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1EDA1-9FDC-4A04-A165-018B31F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C1809-BAFD-4A59-8148-6F91473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9162D-2B23-491A-A34A-5EBBF2D8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C3C7B-2F9B-4DF1-806E-37CD142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0D5EF-21E2-4617-8DEC-BBF9AF5C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7702D-0996-4340-8C3A-E486D546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BB7ED-850E-40CF-9B91-0CBBC17E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F5631-4B3A-45DC-A239-3EEBA0C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4803A-91BD-4197-B476-CFFD805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9157E-E97A-4B01-ACED-6861DD03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0554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EF999-1C8A-46AD-8A05-CEA42F8F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233DC-04A6-4B1A-8602-EBF75A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3F6EF-FFE4-4615-AD48-5D9BFD24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5A66A-3B58-4FC5-8740-2487B25A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07A7-5837-4CF1-85A6-44B6B67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BB7C3-B2BA-4A28-A48A-62BB480D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D503B-A8A0-4181-9897-2CA22F2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5371B-61D8-44EC-9637-FFF8FE9E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B51D8-9B9B-4486-8370-39E420A9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B131A-0665-4B42-B666-57950747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E24E5-1F00-48F9-A37C-0F18F0C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79F61-7C79-4890-B294-D6EE11D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4A735-10D7-4099-B5D4-8BD2A7A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4A44B-19D3-4BBB-A7BE-85AD42B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1AEF6-F371-48DF-A1AC-3391D21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F721A-209B-40AC-8F32-C97F53CF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E96C1-52C2-40ED-83D1-5FDD0591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E5126-5143-4094-9166-DD3EC872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4EC86-B059-469C-97DB-0A476F2E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B5C90-72B3-4B65-879A-3310DE90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D2960-616E-4D72-AB85-C386A3EF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CDB5D-A251-4FCE-B23B-C10C503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C2015-638F-4E7A-B59E-80F4377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2FF41-84DA-4A77-8756-0F7518A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85329-6927-4E3B-8245-62C59143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E0B0D-54CA-45E7-8092-BFF8165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6086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73C2C8-EF5C-43D2-98A1-C13039BD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F0F20-4E6E-465C-9D91-89837CE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28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HELP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DCCD2-1F0C-4F9C-B93C-60C7EC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BDAA9-5D0C-4426-A932-153FF2EC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3EE18-67E2-41ED-9827-3DA99D13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135B5-D56F-4994-94F0-E7B1EC5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352F8-90A7-40A1-A506-737537F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FCAC6-A0F5-4242-B75C-8BB9E71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F6AB9-8A7F-468C-8A84-A807E9E9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4665A-5C72-4DAB-B819-88B2711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AA87C-F0F0-484B-B94F-ADC781DD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0EB48-AD58-45CB-9577-93B66BCD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EDCA5-930B-457F-9586-F48DC16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1ADE5-6F0D-428F-9840-603FAA7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852FF-BFF5-4818-860C-ED968D2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398B9-7B85-4F90-BFA7-71D8DEE7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97A7C-9908-453B-A4A0-10CD75A3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9E7BE-E203-4D4F-A581-2302F59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5FFD1-0FC8-45CB-A859-38F4D92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9E79D-22D8-4D7A-87A0-537136F0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2ECAD-8B4D-480C-BAEF-40526586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0B1536-69E3-4CB8-83EA-EC68C52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D34A3-1109-455B-A7F7-70F2B4A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ED90B-F3BE-417A-BB93-511F3DB7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42E37-C814-4371-922D-4B1D2084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987D0-4974-4ED8-AB5A-ACE8AD0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13831A-57F9-4716-BEBA-9A7E9EA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1FD7A-1415-41C3-887A-8F8D758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507C5-8166-4C16-A7D5-443E089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F397C-3A27-442D-8D66-6782C1D2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05A9A-6BBF-4FE6-9E01-09D9CD85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918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2A42D-22A2-4CB1-AED7-60BE3645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4805D-BC81-4E1E-B1E3-B7F3DE65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1982-4F81-464A-9F83-AB0D799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D552-2194-41E6-89E7-8C90543A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F6A81-4763-458A-B2A3-CC2661D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0E1A-3EE9-4349-8B74-3A13B9C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B1C38-D09E-43D3-BBDF-29A58F3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071F5-49FA-4908-9940-4084BB5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20757-6E10-4593-9AC8-09E21639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853FD-F902-48F8-B27C-1FDBD7F8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F3920-DBD8-4010-9871-41F75718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94CD-7C17-4457-9ECA-D07FE810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66FCF-AED8-4959-B9AA-4C1B16C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8E058-3515-415E-AE54-583C671B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433C8-4707-4B6B-820F-B50C5AE6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0C49C-C7DF-4C42-97BD-E078E61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02052-9753-4FCE-AF32-BF75A3CB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6AEC4-D6E8-4835-8DDD-46FE9EB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278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DFD9E-8AD9-4005-B66B-A5E974A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0C3FC-A2BC-4983-99A9-7675D49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B9421-3F56-496F-8F3F-8836478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33DCF-2142-4A37-AFD2-C10E2D23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588D-739E-49B9-81A2-5F788005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44E0A-BE0A-4D1A-8857-8D72623F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EB6E4-A256-440B-B99D-4E96096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C4148-972C-4072-899F-48FC499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CD41C-E230-44F4-A797-03DD19F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95D6B-3A02-45BA-8855-B571D3BB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5198A-7099-439A-BB48-20F490F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405C3-B88D-40DF-9CBD-030766F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02825-84BD-41F9-860F-E86005E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FC30F-57BA-429B-89E6-1549C78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EA411-8C8D-41DA-981B-4D7E187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A7BA-808C-4547-95D9-D2B7B147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BE09-75F1-4CC6-8150-D2BCAFB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34B76-78B2-4F0F-AADA-9B807BCD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38da0a8a84f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B69F2-AD98-4B31-BB5C-6667D051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8f217a5804b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D85F0-6A20-4FD4-ABAE-D4706F77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5448c655d41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717BB-FF68-4D35-BD59-B1270EC8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9919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48092-0CA5-422F-B40D-BD95471F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42900" y="-323850"/>
            <a:ext cx="7429500" cy="75057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ea41e6d824d18"/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73761-D31D-46B6-A3F4-6ED399E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5D035-4DA3-4CE6-A47B-87485DF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Apply. Get approved. Start building your restaurant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A3E40-7D4D-44D6-8A7A-4C111A1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pahatud.com/agent/register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01D35-331A-46ED-9388-91F2132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 support: info@pahatud.com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C8955-0B8D-4AAE-B090-DDC24FF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a474b4ebe4c4b"/>
          <a:stretch xmlns:a="http://schemas.openxmlformats.org/drawingml/2006/main"/>
        </p:blipFill>
        <p:spPr>
          <a:xfrm xmlns:a="http://schemas.openxmlformats.org/drawingml/2006/main">
            <a:off x="8286750" y="886883"/>
            <a:ext cx="2305050" cy="5122333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5E608-ABF0-4214-9BC6-B20AB1B6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more local restaurants become discoverable, order-ready, and connected to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0EE7F-72EF-4B2A-A737-DBC87209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3684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2026-09-21T07:27:33.6800000Z</dcterms:created>
  <dcterms:modified xsi:type="dcterms:W3CDTF">2026-09-21T07:27:33.6800000Z</dcterms:modified>
</coreProperties>
</file>