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1163281ef44d1" /><Relationship Type="http://schemas.openxmlformats.org/officeDocument/2006/relationships/extended-properties" Target="/docProps/app.xml" Id="Rce9c259bf4a442fb" /><Relationship Type="http://schemas.openxmlformats.org/officeDocument/2006/relationships/officeDocument" Target="/ppt/presentation.xml" Id="Ra76cd51d74d3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b79f5047f742c6"/>
  </p:sldMasterIdLst>
  <p:notesMasterIdLst>
    <p:notesMasterId xmlns:r="http://schemas.openxmlformats.org/officeDocument/2006/relationships" r:id="Ree15106e435f4993"/>
  </p:notesMasterIdLst>
  <p:sldIdLst>
    <p:sldId xmlns:r="http://schemas.openxmlformats.org/officeDocument/2006/relationships" id="256" r:id="R62b1f2587b6349c6"/>
    <p:sldId xmlns:r="http://schemas.openxmlformats.org/officeDocument/2006/relationships" id="257" r:id="R67ceee5b2ce9494c"/>
    <p:sldId xmlns:r="http://schemas.openxmlformats.org/officeDocument/2006/relationships" id="258" r:id="Re715e2ca81f3417c"/>
    <p:sldId xmlns:r="http://schemas.openxmlformats.org/officeDocument/2006/relationships" id="259" r:id="Rd4103b754b6c4061"/>
    <p:sldId xmlns:r="http://schemas.openxmlformats.org/officeDocument/2006/relationships" id="260" r:id="R558906c9ee6740a1"/>
    <p:sldId xmlns:r="http://schemas.openxmlformats.org/officeDocument/2006/relationships" id="261" r:id="Rdb18431f063747a2"/>
    <p:sldId xmlns:r="http://schemas.openxmlformats.org/officeDocument/2006/relationships" id="262" r:id="Re560d130cba441d3"/>
    <p:sldId xmlns:r="http://schemas.openxmlformats.org/officeDocument/2006/relationships" id="263" r:id="Rc9113a24437c426a"/>
    <p:sldId xmlns:r="http://schemas.openxmlformats.org/officeDocument/2006/relationships" id="264" r:id="R3bfbd285efc34541"/>
    <p:sldId xmlns:r="http://schemas.openxmlformats.org/officeDocument/2006/relationships" id="265" r:id="Rd104449ab02b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ae0d84652347c8" /><Relationship Type="http://schemas.openxmlformats.org/officeDocument/2006/relationships/slideMaster" Target="/ppt/slideMasters/slideMaster1.xml" Id="R3bb79f5047f742c6" /><Relationship Type="http://schemas.openxmlformats.org/officeDocument/2006/relationships/notesMaster" Target="/ppt/notesMasters/notesMaster1.xml" Id="Ree15106e435f4993" /><Relationship Type="http://schemas.openxmlformats.org/officeDocument/2006/relationships/presProps" Target="/ppt/presProps.xml" Id="Refc93bb1dd084181" /><Relationship Type="http://schemas.openxmlformats.org/officeDocument/2006/relationships/tableStyles" Target="/ppt/tableStyles.xml" Id="R361c39f77f984b02" /><Relationship Type="http://schemas.openxmlformats.org/officeDocument/2006/relationships/slide" Target="/ppt/slides/slide1.xml" Id="R62b1f2587b6349c6" /><Relationship Type="http://schemas.openxmlformats.org/officeDocument/2006/relationships/slide" Target="/ppt/slides/slide2.xml" Id="R67ceee5b2ce9494c" /><Relationship Type="http://schemas.openxmlformats.org/officeDocument/2006/relationships/slide" Target="/ppt/slides/slide3.xml" Id="Re715e2ca81f3417c" /><Relationship Type="http://schemas.openxmlformats.org/officeDocument/2006/relationships/slide" Target="/ppt/slides/slide4.xml" Id="Rd4103b754b6c4061" /><Relationship Type="http://schemas.openxmlformats.org/officeDocument/2006/relationships/slide" Target="/ppt/slides/slide5.xml" Id="R558906c9ee6740a1" /><Relationship Type="http://schemas.openxmlformats.org/officeDocument/2006/relationships/slide" Target="/ppt/slides/slide6.xml" Id="Rdb18431f063747a2" /><Relationship Type="http://schemas.openxmlformats.org/officeDocument/2006/relationships/slide" Target="/ppt/slides/slide7.xml" Id="Re560d130cba441d3" /><Relationship Type="http://schemas.openxmlformats.org/officeDocument/2006/relationships/slide" Target="/ppt/slides/slide8.xml" Id="Rc9113a24437c426a" /><Relationship Type="http://schemas.openxmlformats.org/officeDocument/2006/relationships/slide" Target="/ppt/slides/slide9.xml" Id="R3bfbd285efc34541" /><Relationship Type="http://schemas.openxmlformats.org/officeDocument/2006/relationships/slide" Target="/ppt/slides/slide10.xml" Id="Rd104449ab02b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7fa64e828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541e46fe194c89" /><Relationship Type="http://schemas.openxmlformats.org/officeDocument/2006/relationships/notesMaster" Target="/ppt/notesMasters/notesMaster1.xml" Id="R062beaeca00b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5b79aee114428c" /><Relationship Type="http://schemas.openxmlformats.org/officeDocument/2006/relationships/notesMaster" Target="/ppt/notesMasters/notesMaster1.xml" Id="R315c16584814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901ac5ea547f5" /><Relationship Type="http://schemas.openxmlformats.org/officeDocument/2006/relationships/notesMaster" Target="/ppt/notesMasters/notesMaster1.xml" Id="R6a206f7a20e5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c802e845a43a0" /><Relationship Type="http://schemas.openxmlformats.org/officeDocument/2006/relationships/notesMaster" Target="/ppt/notesMasters/notesMaster1.xml" Id="Rd29ba6690960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d89df91d864136" /><Relationship Type="http://schemas.openxmlformats.org/officeDocument/2006/relationships/notesMaster" Target="/ppt/notesMasters/notesMaster1.xml" Id="R941aef98710f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64b2f99aae4620" /><Relationship Type="http://schemas.openxmlformats.org/officeDocument/2006/relationships/notesMaster" Target="/ppt/notesMasters/notesMaster1.xml" Id="Ra98f2147a5bf43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328e6dc9ff45c3" /><Relationship Type="http://schemas.openxmlformats.org/officeDocument/2006/relationships/notesMaster" Target="/ppt/notesMasters/notesMaster1.xml" Id="R2b40c31be09d47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4baca70e847e6" /><Relationship Type="http://schemas.openxmlformats.org/officeDocument/2006/relationships/notesMaster" Target="/ppt/notesMasters/notesMaster1.xml" Id="R8e0b207d6fc6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b0e8b2cc0948d1" /><Relationship Type="http://schemas.openxmlformats.org/officeDocument/2006/relationships/notesMaster" Target="/ppt/notesMasters/notesMaster1.xml" Id="Ra5b0dc6f21154a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a821f734074b7e" /><Relationship Type="http://schemas.openxmlformats.org/officeDocument/2006/relationships/notesMaster" Target="/ppt/notesMasters/notesMaster1.xml" Id="R65df339799964c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 and resources/views/pages/home.blade.php. Assets: public/images/logo-big.png, public/images/motor.png, public/images/app-preview/home.png.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resources/views/pages/about.blade.php; resources/views/pages/home.blade.php; AGENTS.md platform summary. Brand image: public/images/pahatud-logo-with-motor.jpg.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resources/views/pages/home.blade.php; routes/api.php checkout coupon routes; app/Http/Controllers/Api/User/Cart/CheckoutController.php. Screenshot: public/images/app-preview/restaurants.png.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 restaurant, flower-store, and booking routes; resources/views/pages/flower/view.blade.php; resources/views/pages/booking/view.blade.php; checkout and customer profile routes. Assets are existing Pahatud files under public/uploads and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resources/views/merchant/partials/documentation.blade.php and merchant routes in routes/web.php.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routes/rider.php; app/Services/RiderOfferDispatcher.php; resources/views/agent/dashboard.blade.php; app/Services/AgentCommissionService.php; admin routes in routes/web.php. Screenshot: public/images/app-preview/order-tracking.png.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synthesized from current customer, merchant, rider, agent, and admin capabilities in routes/web.php, routes/api.php, routes/rider.php, resources/views/pages/home.blade.php, resources/views/merchant/partials/documentation.blade.php, and resources/views/agent/dashboard.blade.php.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app/Services/AgentCommissionService.php; app/Services/RiderCommissionService.php; app/Services/RiderOfferDispatcher.php; app/Model/Cart.php; resources/views/merchant/pages/reports/today.blade.php. No financial totals or forecasts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Current-capability sources: routes/web.php, routes/api.php, routes/rider.php, resources/views/pages/home.blade.php, resources/views/merchant/partials/documentation.blade.php, resources/views/agent/dashboard.blade.php. Growth priorities are strategic opportunities, not promises or forecasts. No traction or financial metrics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resources/views/pages/about.blade.php, resources/views/pages/home.blade.php, and resources/views/merchant/partials/documentation.blade.php for contact details. Background: public/uploads/user/29/banner/2021-04-10-banner-burgerjoint.jpg. Logo: public/images/logo-big.png.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39942f23b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a9d1754a14341" /><Relationship Type="http://schemas.openxmlformats.org/officeDocument/2006/relationships/slideLayout" Target="/ppt/slideLayouts/slideLayout1.xml" Id="Rbbcac65662e2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ac65662e2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02f8953ad4b01" /><Relationship Type="http://schemas.openxmlformats.org/officeDocument/2006/relationships/image" Target="/ppt/media/image.png" Id="R9e6834c4d31f4d48" /><Relationship Type="http://schemas.openxmlformats.org/officeDocument/2006/relationships/image" Target="/ppt/media/image2.png" Id="R6d67eb06b4164b45" /><Relationship Type="http://schemas.openxmlformats.org/officeDocument/2006/relationships/image" Target="/ppt/media/image3.png" Id="Rb9f65ac8579b4717" /><Relationship Type="http://schemas.openxmlformats.org/officeDocument/2006/relationships/notesSlide" Target="/ppt/notesSlides/notesSlide1.xml" Id="R5d1ce6ff6caa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04b5d33744bd1" /><Relationship Type="http://schemas.openxmlformats.org/officeDocument/2006/relationships/image" Target="/ppt/media/image.jpeg" Id="Rf654abf3083d4098" /><Relationship Type="http://schemas.openxmlformats.org/officeDocument/2006/relationships/notesSlide" Target="/ppt/notesSlides/notesSlide2.xml" Id="R877806a0a2fd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21636453247c7" /><Relationship Type="http://schemas.openxmlformats.org/officeDocument/2006/relationships/image" Target="/ppt/media/image4.png" Id="R29b124e0ac224b67" /><Relationship Type="http://schemas.openxmlformats.org/officeDocument/2006/relationships/notesSlide" Target="/ppt/notesSlides/notesSlide3.xml" Id="Ree978964ea51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6ed897d14e52" /><Relationship Type="http://schemas.openxmlformats.org/officeDocument/2006/relationships/image" Target="/ppt/media/image2.jpeg" Id="R2d8cc7cf42e340b2" /><Relationship Type="http://schemas.openxmlformats.org/officeDocument/2006/relationships/image" Target="/ppt/media/image5.png" Id="R7622f96a9212423c" /><Relationship Type="http://schemas.openxmlformats.org/officeDocument/2006/relationships/image" Target="/ppt/media/image3.jpeg" Id="R99e044ca85a2486e" /><Relationship Type="http://schemas.openxmlformats.org/officeDocument/2006/relationships/notesSlide" Target="/ppt/notesSlides/notesSlide4.xml" Id="R60750cf7209f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0277545564914" /><Relationship Type="http://schemas.openxmlformats.org/officeDocument/2006/relationships/image" Target="/ppt/media/image4.jpeg" Id="R280af3b9505a4f47" /><Relationship Type="http://schemas.openxmlformats.org/officeDocument/2006/relationships/notesSlide" Target="/ppt/notesSlides/notesSlide5.xml" Id="R823649d0d9ee43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5b2725ea04026" /><Relationship Type="http://schemas.openxmlformats.org/officeDocument/2006/relationships/image" Target="/ppt/media/image6.png" Id="R3311b87cfbef417d" /><Relationship Type="http://schemas.openxmlformats.org/officeDocument/2006/relationships/notesSlide" Target="/ppt/notesSlides/notesSlide6.xml" Id="R78e0fad175c6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4b22519e94a1c" /><Relationship Type="http://schemas.openxmlformats.org/officeDocument/2006/relationships/notesSlide" Target="/ppt/notesSlides/notesSlide7.xml" Id="Rd7a2e286299f4d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36ddef5f4f90" /><Relationship Type="http://schemas.openxmlformats.org/officeDocument/2006/relationships/notesSlide" Target="/ppt/notesSlides/notesSlide8.xml" Id="R98099266090142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5ea54b4c44dc" /><Relationship Type="http://schemas.openxmlformats.org/officeDocument/2006/relationships/notesSlide" Target="/ppt/notesSlides/notesSlide9.xml" Id="Rc7f40cdbdb4149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1abbe27f94064" /><Relationship Type="http://schemas.openxmlformats.org/officeDocument/2006/relationships/image" Target="/ppt/media/image5.jpeg" Id="Ra7696f02fada49c2" /><Relationship Type="http://schemas.openxmlformats.org/officeDocument/2006/relationships/image" Target="/ppt/media/image7.png" Id="R57637daf93e34747" /><Relationship Type="http://schemas.openxmlformats.org/officeDocument/2006/relationships/notesSlide" Target="/ppt/notesSlides/notesSlide10.xml" Id="Re97c062db8e74b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189CD-6C0F-4F16-B903-7B16181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1600200"/>
            <a:ext cx="7239000" cy="935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CE5A5-8710-4FF5-95DC-1A8FFE5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"/>
            <a:ext cx="2857500" cy="6096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834c4d31f4d48"/>
          <a:srcRect xmlns:a="http://schemas.openxmlformats.org/drawingml/2006/main" l="2488" t="0" r="2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775" y="542925"/>
            <a:ext cx="2419350" cy="5657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0054D-F070-4F73-9004-3A7F7E4A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57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7eb06b4164b45"/>
          <a:stretch xmlns:a="http://schemas.openxmlformats.org/drawingml/2006/main"/>
        </p:blipFill>
        <p:spPr>
          <a:xfrm xmlns:a="http://schemas.openxmlformats.org/drawingml/2006/main">
            <a:off x="1547813" y="58102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9B144-EB68-4E91-992D-2BC4E24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Pahatud Really 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2A18B-9AEA-4C3C-B3C1-882B06FF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924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customer and investor overview of Pahatud's local commerce and delivery platform.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65ac8579b4717"/>
          <a:stretch xmlns:a="http://schemas.openxmlformats.org/drawingml/2006/main"/>
        </p:blipFill>
        <p:spPr>
          <a:xfrm xmlns:a="http://schemas.openxmlformats.org/drawingml/2006/main">
            <a:off x="1750911" y="4838700"/>
            <a:ext cx="1889329" cy="1562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09433-81E7-4EC7-99F1-0C85FF8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24525"/>
            <a:ext cx="2419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READY, SET, DELIVERED</a:t>
            </a:r>
          </a:p>
        </p:txBody>
      </p:sp>
    </p:spTree>
    <p:extLst>
      <p:ext uri="{BB962C8B-B14F-4D97-AF65-F5344CB8AC3E}">
        <p14:creationId xmlns:p14="http://schemas.microsoft.com/office/powerpoint/2010/main" val="205047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5BA12-F68B-4301-B670-16408DB4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C3CF-F5AE-45BB-B7BB-CD84CDE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6962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local delivery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DA5B4-0CBD-408E-BB29-FA1A439B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96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connects customers with neighborhood restaurants and merchants, then coordinates the people and tools needed to complete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D6CB-AF87-4CDA-AA6D-76D5ED14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 means “to request to deliver.”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4C30C-99FA-4B80-931A-85A9DD9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67F3B-4A63-4281-BAFC-29B1022B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D57A-A472-4E70-B0CD-E946FEF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Discover local choices, place orders, use discounts, and follow delivery from the mobile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FB03F-6A0C-4668-A487-8B4A182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595CF-B8E7-44AA-8F11-77AB28A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local businesses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A8186-96BA-4310-8E51-BD36A5D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Publish products, manage locations and orders, run promotions, and review sales and commission.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C804E-9AF7-48FD-9CED-03224582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1F442-D995-4B6D-8AAB-E7FD43A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the local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831E4-F94B-4B14-A2F2-37628B78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Coordinate riders, agents, merchant applications, support, and operational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6859C-2F59-4A67-9560-EF13E90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55816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4abf3083d4098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914400"/>
            <a:ext cx="3771900" cy="2514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EFC02-E0A5-442F-898D-9B11D119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Davao-born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47812-0EB6-47FF-9855-CC3E4A9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162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Built around the daily needs of Davao customers, restaurants, merchants, riders, and local entrepreneurs.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6CE95-4590-4C71-915A-A713BAF3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2592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2AB5A-1385-497C-93B4-322E6A3F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AB0BF-2C89-4A88-8330-FEA9FCF0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customer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F0DB8-2158-4B4D-B491-58E77185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One simple journey from local discovery to delivery at the door.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45BC8-C70D-4C46-A963-E30D86D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45910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124e0ac224b67"/>
          <a:srcRect xmlns:a="http://schemas.openxmlformats.org/drawingml/2006/main" l="0" t="4690" r="0" b="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6825" y="1838325"/>
            <a:ext cx="2076450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ECAEC-57C5-4962-89F7-4834FF43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EC019-A90C-491F-9790-DBDFF393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66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Choose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2961A-AE0A-41F1-8785-B206F09F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764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Browse nearby restaurants and see delivery estimates and fees.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75D8D-8B50-4F81-9292-92249E84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955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CCFD7-31FC-4DB8-8AD6-EA1EA780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C5DE9-A930-4AFC-AD9E-6ADEFC9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337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C0C5B-7653-4107-BF23-470DF66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43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Select products, quantities, add-ons, address, and payment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8EF6A-E300-4FF3-8BD7-FDF11D7D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623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4C3D2-1589-4786-8AAB-36A68E6C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00C5F-F814-47AB-9DE5-D7C8B602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005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Save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FF646-9C43-423A-A93E-2EE3C8C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Apply available coupon discounts when an order qualifies.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AF989-0C8D-47C3-9364-BB902AB9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291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55AAF-A8D6-4A89-8D62-B841EE63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863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9DFE0-239E-4B91-ADA6-249FC53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67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3A4E7-CDEE-4616-87A4-58F2326F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768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Follow the order and delivery status until it reaches the customer.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0C30F-27E3-4EED-B8D4-D99AC22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626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Convenient cash on delivery is promoted in the current customer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9FD24-1F92-4138-A5FE-73CB6D9C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642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F195D-F5DE-4CB9-95DC-B647A7B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BB560-94FD-4C7F-84BA-42A4F1AC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More than restaurant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4CBD4-2974-456E-A4BA-9B2B8533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platform already supports several ways for local customers to request products and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7D2B4-57C0-4A69-BB6B-B132763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cc7cf42e340b2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4F462-B93F-4586-9254-4E96294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Food and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899B7-D2C8-4102-813F-DBA5DF77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Local restaurant discovery, menu ordering, cart, checkout, discounts, and order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D2F92-92A6-42C4-8221-FBFDB80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2f96a9212423c"/>
          <a:srcRect xmlns:a="http://schemas.openxmlformats.org/drawingml/2006/main" l="14067" t="0" r="14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22F63-D20C-4463-9A60-0C711CE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Flowers and gifts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B385B-D494-44C2-8A93-1B1366FA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dedicated flower-store experience supports local florists and same-day delivery offers.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53D2A-496C-44D8-B423-2EB50C6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044ca85a2486e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A17A7-E247-4652-9D23-A641EDA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A4417-6292-4FE1-9C7F-BA89DEA6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Booking routes and rider workflows support customer requests beyond standard restaurant orders.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F603A-3138-4340-85DE-9881B43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1997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500EF-8538-4E79-AAC0-05AD9761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98616-69D4-4235-B2B4-477EC0C0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72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practical operating system for merchants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A310-7AB3-4D98-A32B-9F538D60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72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gives restaurants a way to join the marketplace and run daily commerce from one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97991-570F-4EE8-A643-395E3010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57600" cy="46291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af3b9505a4f47"/>
          <a:stretch xmlns:a="http://schemas.openxmlformats.org/drawingml/2006/main"/>
        </p:blipFill>
        <p:spPr>
          <a:xfrm xmlns:a="http://schemas.openxmlformats.org/drawingml/2006/main">
            <a:off x="952500" y="2069967"/>
            <a:ext cx="3124200" cy="38039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CF13D-FC65-4FCE-BF1F-D02CB16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70F7C-2555-4623-9CCD-3AD4722C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A9EA6-34E4-4FF8-8D97-183CC09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Maintain business profile, branch addresses, contacts, and payout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0297C-E0D8-49EF-A4B1-E7AF7112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CBFC2-635D-4CE5-93D1-6465DE4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the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3EC85-9DD4-4A14-8E36-C96BE62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Add products, prices, categories, availability, and add-ons.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045E9-47B8-43C0-94F5-F3ECD68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4E355-38FF-4990-86B1-C172BDA8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Run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4D36F-5A6A-4BCC-8CC2-11101F7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new orders, prepare items, and follow delivery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79090-032B-41B3-8C17-87F5DDF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B1598-95E7-4C27-9B5C-D88124A4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Learn and improve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B955-A8BB-415D-8DF4-4177355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sales, commission, discounts, net amount, vouchers, and coupons.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A455A-93EE-4292-B585-906175B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140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47D5F-2D25-46DF-9C15-9E1434C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34A9-F5BE-4AED-88AE-1255F28A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operating network behind each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EE32-A4E7-4C26-9E13-03F5D98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Riders, agents, and Pahatud operations turn marketplace demand into completed local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2694F-7A5C-4D37-A345-B32E58CF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024BA-61BB-4ECD-8850-6C0BDF0B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371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Nearby job offers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Route and delivery events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Pickup and customer verification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COD, proof, wallet, and earnings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6E3A4-4ACC-48F7-92D4-4E61693D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FAEB4-BBFC-4EF5-B265-8A2115E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Agent-led supply 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BE3B5-7DC6-4694-87CC-CBB04B5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505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Agents enroll restaurants, help complete document review, monitor approval, and earn a share of Pahatud's commission on qualifying delivered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9672B-3B87-4836-AFD7-827A18D9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3181350" cy="47434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1b87cfbef417d"/>
          <a:srcRect xmlns:a="http://schemas.openxmlformats.org/drawingml/2006/main" l="0" t="4801" r="0" b="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752600"/>
            <a:ext cx="2152650" cy="4324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BFF53-20EE-4D82-9753-D1E52BD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95600" cy="3352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262AD-816F-46D5-9DD7-43FD3E5E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88D95-5405-4251-A676-BBDFE15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209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Approves applications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Coordinates support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Monitors orders and bookings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Reviews reports and payouts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0376F-AD47-4F63-8227-ACB04C5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059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56EA3-401A-42D5-A0F8-4DD8E26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8FFE0-5D15-4F68-85D7-EBB5829D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marketplace that improves as the network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DA439-DBD7-4910-BE3D-637AE3AD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More local supply creates more customer choice. More orders create more value for merchants, riders, agents, and Pahatud.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54E4-EFC8-4FE5-9A30-392E5CA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81275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3D673-6ADB-484B-9B85-30909CAE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6EF43-C9BF-427E-BAC0-CF090A6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AB21-7E2E-4205-BF93-A6C1A91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76E6C-DD91-4B7C-B785-B8094E4B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Choice, convenience, discounts, and delivery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F0B57-3BFD-4C70-B703-5479C99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E254F-3F0A-4DB3-9299-9BF4E0E1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MERCHANTS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CE8C8-1205-4523-B46B-0C983A57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Digital storefront, orders, promotions, and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56E80-3603-459B-A3AF-CA30EE7B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264A2-06D4-40F0-86D0-4060680B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7037C-E890-4211-9B2D-E11C6D88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Delivery offers, routing, earnings, and service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066F6-D95F-4BE6-A838-FA00F8DF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C52CD-5B4C-4E03-B09B-50BA0E35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1C282-E75C-469C-A280-0983F92C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Merchant enrollment, guidance, and network 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BBA-26FC-4EA0-9636-4C3B63D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5621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3B968-4A07-4D71-9CEB-B68877B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5621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9A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BF8CD-7C0F-4BFB-A7B0-1D64B159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15240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0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6DD3B-7D0F-44A9-9AC7-717D348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15240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7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7753A-E027-4BE7-8406-69262B7A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same platform coordinates demand, local supply, delivery, and merchant growth.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0034A-D255-4149-9BCB-88A6F38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4268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4946D-73B3-487E-BD89-9E215FF6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2CCAA-CAC4-431D-AD5F-BD13543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How value and revenue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955CC-7A49-47E9-833E-3629B2F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Pahatud's current transaction mechanics connect revenue to completed marketplace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6BD1-1627-4FC3-A563-AB0776F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E3FAA-23D9-47BD-96E9-8238C715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Customer transaction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D2145-FF9F-4C06-A47E-A444D22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customer pays for products, applies any discount, and pays the calculated delivery fee.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EE64-EE7C-4155-B1B2-675A3A29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11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B025-785A-47E6-9726-01FD331B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145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 + DELIVERY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1EE86-87BE-47AF-9E81-763601C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7B1A6-3369-41A9-B375-165DF66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Merchant 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78C1F-E8DA-45EA-891F-A7CCA207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records an agreed commission percentage on the eligible product subtotal of delivered orders.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320DE-9A30-4D12-B0F1-AA28670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3B75C-18B3-439A-879C-F6F3B14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67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TRANSACTION-LINKED PLATFORM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5A619-A080-4A31-AB0C-B63FF40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0868E-F932-4E1A-9D84-9875132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commission and incentives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29DEC-8C5F-41A1-B144-76C3C1F0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958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rider workflow records a platform commission on delivery earnings. Qualifying merchant commission can also fund agent incentives.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2F4D0-EDD2-4FF8-902B-B864BFD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557C8-2710-4307-9D2D-778E0E3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196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DELIVERY ECONOMICS + NETWORK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1FB6B-6E98-4E48-A01D-34391C9E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Rates are configurable and should be confirmed in commercial agreements. This slide explains the mechanics, not historical financial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620AA-6E09-4CC7-8CCF-8898C05E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5521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D51F7-60E0-4830-858C-D440FB5C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46AC9-6D13-4E81-BEE3-02A3E336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investor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4358B-8CE4-4F0E-AF65-7EC2BF0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opportunity is to scale a working local marketplace foundation, then prove repeatable demand and healthy unit economics.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EE3E-6167-43F3-A2D6-6F056CD8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already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6B2D-ABA0-4BC1-BB3C-77C42B4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5A89F-A755-4451-8AA1-ADBCCD6E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Customer ordering and delivery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11EF6-7437-4F92-8184-C4AEF02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5C584-8FB3-4DEF-B43F-A991276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Merchant onboarding and operations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8120-F450-4152-8FF0-22214819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0EB01-5B20-4CC7-994B-7A12163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Rider onboarding, dispatch, proof, COD, and wallet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1FC8B-461B-48DC-BE10-6ED442C0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477B7-7D7B-458A-B957-2CCD1B1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Agent-led restaurant acquisition and commission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299A9-4D95-4C8A-ABE6-19C4211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2E50F-1285-465A-A12F-9EA0815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Food, flower-store, coupon, voucher, and booking capabilities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89F29-1ECC-45C4-A408-FF77479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19700" cy="44196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26657-F7D4-44CE-BC12-7F156C2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investment can accelerate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B609E-8BE6-4E6A-9985-5A1367C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FE166-99E7-4763-977A-2C4B4988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Merchant density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4E670-8E7C-40B9-8B43-15B6DADC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Add strong local supply in focused service areas.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43417-730B-41E7-83A1-84B237C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6BC90-FD72-4C97-A426-6603691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05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Customer frequency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EA3CC-88BF-426E-A0CE-AD8BB5E1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2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Improve repeat ordering, offers, and retention.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FF1E3-26AC-4A79-AE39-597A4E11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5C0DE-92BE-471E-978D-A139D0A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Delivery reliability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66546-BFF5-4C1D-8D6D-13E30B9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Strengthen rider availability, support, and service quality.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5DB8C-956B-44FF-8748-7BBFA405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B6D16-31A8-4A5B-9877-7DC37D2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9B1BF-73A7-44C3-8F1F-D224A8DC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11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Track acquisition cost, order frequency, contribution margin, and cohort retention.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048D9-A1F9-4ADD-9B4E-2AA9B40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Investor diligence should add verified traction, financial history, market size, and fundraising terms.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122E4-2EF7-4C58-B467-59A8337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9993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96f02fada49c2"/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948D3-D99C-475C-8666-665D289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C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2E083-07EE-44AF-AB85-BF6FDD3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37daf93e34747"/>
          <a:stretch xmlns:a="http://schemas.openxmlformats.org/drawingml/2006/main"/>
        </p:blipFill>
        <p:spPr>
          <a:xfrm xmlns:a="http://schemas.openxmlformats.org/drawingml/2006/main">
            <a:off x="1609725" y="6477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72001-9883-4743-A753-BF182F83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848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makes local commerce easier to discover, operate, and deliver.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57B1-BFBA-45BB-919D-7A6C3F1A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19E3A-449F-468E-A3E0-6DC78894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Discover local favorites and order through the PahatudFood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5BC83-FE04-4718-88FC-84B644D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partners and investors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9A97F-EE2B-4A34-AFC0-4A17847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981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Help build a stronger local marketplace with more merchants, reliable delivery, and measurable growth.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DCE89-2C19-41F6-BB1E-04C7E7B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6479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FE4FB-226E-4B79-BC8F-923D534F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www.pahatud.com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6CA53-8CD6-444E-90ED-1702CE8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Ready, set, delivered.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5A1DF-83B2-4277-B8F8-1ACDA61D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2412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2026-09-29T12:56:56.1340000Z</dcterms:created>
  <dcterms:modified xsi:type="dcterms:W3CDTF">2026-09-29T12:56:56.1340000Z</dcterms:modified>
</coreProperties>
</file>