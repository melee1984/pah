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28a3b522a34305" /><Relationship Type="http://schemas.openxmlformats.org/officeDocument/2006/relationships/extended-properties" Target="/docProps/app.xml" Id="Re7c8b8d3751648ac" /><Relationship Type="http://schemas.openxmlformats.org/officeDocument/2006/relationships/officeDocument" Target="/ppt/presentation.xml" Id="R5bc2b365c5a845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a952193e54454e"/>
  </p:sldMasterIdLst>
  <p:notesMasterIdLst>
    <p:notesMasterId xmlns:r="http://schemas.openxmlformats.org/officeDocument/2006/relationships" r:id="Red184615330141ae"/>
  </p:notesMasterIdLst>
  <p:sldIdLst>
    <p:sldId xmlns:r="http://schemas.openxmlformats.org/officeDocument/2006/relationships" id="256" r:id="Rcf9e59b66bc44715"/>
    <p:sldId xmlns:r="http://schemas.openxmlformats.org/officeDocument/2006/relationships" id="257" r:id="Rf859db70186841bf"/>
    <p:sldId xmlns:r="http://schemas.openxmlformats.org/officeDocument/2006/relationships" id="258" r:id="R49354aee23384365"/>
    <p:sldId xmlns:r="http://schemas.openxmlformats.org/officeDocument/2006/relationships" id="259" r:id="Rf9e8db1f6e454ee9"/>
    <p:sldId xmlns:r="http://schemas.openxmlformats.org/officeDocument/2006/relationships" id="260" r:id="R9a32fcd712a14de2"/>
    <p:sldId xmlns:r="http://schemas.openxmlformats.org/officeDocument/2006/relationships" id="261" r:id="R219ed185988a4361"/>
    <p:sldId xmlns:r="http://schemas.openxmlformats.org/officeDocument/2006/relationships" id="262" r:id="Rcd6c8951d25042f2"/>
    <p:sldId xmlns:r="http://schemas.openxmlformats.org/officeDocument/2006/relationships" id="263" r:id="Rfa8051a0fd1648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f04f8b56e04edb" /><Relationship Type="http://schemas.openxmlformats.org/officeDocument/2006/relationships/slideMaster" Target="/ppt/slideMasters/slideMaster1.xml" Id="R4ba952193e54454e" /><Relationship Type="http://schemas.openxmlformats.org/officeDocument/2006/relationships/notesMaster" Target="/ppt/notesMasters/notesMaster1.xml" Id="Red184615330141ae" /><Relationship Type="http://schemas.openxmlformats.org/officeDocument/2006/relationships/presProps" Target="/ppt/presProps.xml" Id="Rd07e9e31da964adc" /><Relationship Type="http://schemas.openxmlformats.org/officeDocument/2006/relationships/tableStyles" Target="/ppt/tableStyles.xml" Id="R8c23447d4bea41f8" /><Relationship Type="http://schemas.openxmlformats.org/officeDocument/2006/relationships/slide" Target="/ppt/slides/slide1.xml" Id="Rcf9e59b66bc44715" /><Relationship Type="http://schemas.openxmlformats.org/officeDocument/2006/relationships/slide" Target="/ppt/slides/slide2.xml" Id="Rf859db70186841bf" /><Relationship Type="http://schemas.openxmlformats.org/officeDocument/2006/relationships/slide" Target="/ppt/slides/slide3.xml" Id="R49354aee23384365" /><Relationship Type="http://schemas.openxmlformats.org/officeDocument/2006/relationships/slide" Target="/ppt/slides/slide4.xml" Id="Rf9e8db1f6e454ee9" /><Relationship Type="http://schemas.openxmlformats.org/officeDocument/2006/relationships/slide" Target="/ppt/slides/slide5.xml" Id="R9a32fcd712a14de2" /><Relationship Type="http://schemas.openxmlformats.org/officeDocument/2006/relationships/slide" Target="/ppt/slides/slide6.xml" Id="R219ed185988a4361" /><Relationship Type="http://schemas.openxmlformats.org/officeDocument/2006/relationships/slide" Target="/ppt/slides/slide7.xml" Id="Rcd6c8951d25042f2" /><Relationship Type="http://schemas.openxmlformats.org/officeDocument/2006/relationships/slide" Target="/ppt/slides/slide8.xml" Id="Rfa8051a0fd1648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2a0accd4834f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65b1de8c9e4bca" /><Relationship Type="http://schemas.openxmlformats.org/officeDocument/2006/relationships/notesMaster" Target="/ppt/notesMasters/notesMaster1.xml" Id="R045921f86c074e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d191c5e7cc4c55" /><Relationship Type="http://schemas.openxmlformats.org/officeDocument/2006/relationships/notesMaster" Target="/ppt/notesMasters/notesMaster1.xml" Id="R1d5a9ca81e3f40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11aadd3013465d" /><Relationship Type="http://schemas.openxmlformats.org/officeDocument/2006/relationships/notesMaster" Target="/ppt/notesMasters/notesMaster1.xml" Id="R1283998174fc46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b91259fd894b9e" /><Relationship Type="http://schemas.openxmlformats.org/officeDocument/2006/relationships/notesMaster" Target="/ppt/notesMasters/notesMaster1.xml" Id="Rbd156be189a440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433977c80b474e" /><Relationship Type="http://schemas.openxmlformats.org/officeDocument/2006/relationships/notesMaster" Target="/ppt/notesMasters/notesMaster1.xml" Id="R70972ec03d604b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c31c470e4b4df1" /><Relationship Type="http://schemas.openxmlformats.org/officeDocument/2006/relationships/notesMaster" Target="/ppt/notesMasters/notesMaster1.xml" Id="Rbc5b1dc03c5d45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f772cba0d74f2f" /><Relationship Type="http://schemas.openxmlformats.org/officeDocument/2006/relationships/notesMaster" Target="/ppt/notesMasters/notesMaster1.xml" Id="R6ba7d472a24944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7c9fd0d2c24341" /><Relationship Type="http://schemas.openxmlformats.org/officeDocument/2006/relationships/notesMaster" Target="/ppt/notesMasters/notesMaster1.xml" Id="R30884ac892b546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 overview based on resources/views/agent/auth/register.blade.php and resources/views/agent/help.blade.php. Food artwork and logo are existing Pahatud assets from public/images.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resources/views/agent/auth/register.blade.php, sections 'How the Agent Program works' and 'What you get as a Pahatud agent'. Illustration: public/images/partner-with-us.jpg.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resources/views/agent/auth/register.blade.php and resources/views/agent/dashboard.blade.php. Marketplace screenshot: public/images/app-preview/restaurants.png. Benefits describe portal features and commission opportunities, not guaranteed income.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app/Http/Controllers/Agent/RegistrationController.php and resources/views/agent/auth/register.blade.php. Required registration fields are name, email, mobile, password, password confirmation, and accepted terms. No application fee is stated on the registration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resources/views/agent/help.blade.php and app/Http/Controllers/Agent/RestaurantController.php. Restaurant logos are existing Pahatud partner assets in public/images/partners.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recreated from the user-supplied screenshot of the Pahatud commission tier guide. Supporting sources: resources/views/agent/partials/commission-tier-guide.blade.php, resources/views/agent/help.blade.php, config/agent.php, and app/Services/AgentCommissionService.php.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resources/views/agent/dashboard.blade.php, resources/views/agent/reports/index.blade.php, and resources/views/agent/help.blade.php. Marketplace screenshot: public/images/app-preview/home.png. The current portal tracks payout status but does not offer self-service withdrawals.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routes/web.php, resources/views/agent/auth/register.blade.php, and resources/views/agent/help.blade.php. Support email: info@pahatud.com. Illustration: public/images/motor.png.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2f6fb507924a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30246d29a7465a" /><Relationship Type="http://schemas.openxmlformats.org/officeDocument/2006/relationships/slideLayout" Target="/ppt/slideLayouts/slideLayout1.xml" Id="R566df3b7ca9143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6df3b7ca9143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83586223c4c35" /><Relationship Type="http://schemas.openxmlformats.org/officeDocument/2006/relationships/image" Target="/ppt/media/image.png" Id="R4304aecbc93a4b1a" /><Relationship Type="http://schemas.openxmlformats.org/officeDocument/2006/relationships/image" Target="/ppt/media/image.jpeg" Id="R9294335e59c14be3" /><Relationship Type="http://schemas.openxmlformats.org/officeDocument/2006/relationships/notesSlide" Target="/ppt/notesSlides/notesSlide1.xml" Id="R690872c3eac549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e73724dee4ffc" /><Relationship Type="http://schemas.openxmlformats.org/officeDocument/2006/relationships/image" Target="/ppt/media/image2.jpeg" Id="R3a97dc0a94494538" /><Relationship Type="http://schemas.openxmlformats.org/officeDocument/2006/relationships/notesSlide" Target="/ppt/notesSlides/notesSlide2.xml" Id="R48a56dc3ccd440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96baee76f4099" /><Relationship Type="http://schemas.openxmlformats.org/officeDocument/2006/relationships/image" Target="/ppt/media/image2.png" Id="R9746b3fb82104cc6" /><Relationship Type="http://schemas.openxmlformats.org/officeDocument/2006/relationships/notesSlide" Target="/ppt/notesSlides/notesSlide3.xml" Id="R3f331618beef45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191a78d4544b5" /><Relationship Type="http://schemas.openxmlformats.org/officeDocument/2006/relationships/notesSlide" Target="/ppt/notesSlides/notesSlide4.xml" Id="Rac0a5e55611342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00c4673ac4880" /><Relationship Type="http://schemas.openxmlformats.org/officeDocument/2006/relationships/image" Target="/ppt/media/image3.jpeg" Id="Rad85186ea3c14eb5" /><Relationship Type="http://schemas.openxmlformats.org/officeDocument/2006/relationships/image" Target="/ppt/media/image4.jpeg" Id="R0501518a5a994490" /><Relationship Type="http://schemas.openxmlformats.org/officeDocument/2006/relationships/image" Target="/ppt/media/image5.jpeg" Id="R92d487d6227747c9" /><Relationship Type="http://schemas.openxmlformats.org/officeDocument/2006/relationships/notesSlide" Target="/ppt/notesSlides/notesSlide5.xml" Id="R41123648668245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6ca9f5e7c4688" /><Relationship Type="http://schemas.openxmlformats.org/officeDocument/2006/relationships/notesSlide" Target="/ppt/notesSlides/notesSlide6.xml" Id="R6064b3dc4d0c4a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3c9b63f354471" /><Relationship Type="http://schemas.openxmlformats.org/officeDocument/2006/relationships/image" Target="/ppt/media/image3.png" Id="Ree88d876cd504357" /><Relationship Type="http://schemas.openxmlformats.org/officeDocument/2006/relationships/notesSlide" Target="/ppt/notesSlides/notesSlide7.xml" Id="R0bd0ec07272740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adf8e97a5482f" /><Relationship Type="http://schemas.openxmlformats.org/officeDocument/2006/relationships/image" Target="/ppt/media/image6.jpeg" Id="Rc0f735ee58574dc4" /><Relationship Type="http://schemas.openxmlformats.org/officeDocument/2006/relationships/image" Target="/ppt/media/image4.png" Id="R596ba86701984d4b" /><Relationship Type="http://schemas.openxmlformats.org/officeDocument/2006/relationships/notesSlide" Target="/ppt/notesSlides/notesSlide8.xml" Id="R135fc7728aa945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99106-681E-438C-A06B-5A8E49CD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-819150"/>
            <a:ext cx="6000750" cy="790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BAEB9-20DB-4B5A-98A7-CE36334C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0550"/>
            <a:ext cx="3857625" cy="56578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4aecbc93a4b1a"/>
          <a:stretch xmlns:a="http://schemas.openxmlformats.org/drawingml/2006/main"/>
        </p:blipFill>
        <p:spPr>
          <a:xfrm xmlns:a="http://schemas.openxmlformats.org/drawingml/2006/main">
            <a:off x="7848600" y="2004212"/>
            <a:ext cx="3400425" cy="281147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A5368-0AF8-4407-954D-A7CE5C72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4335e59c14b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56197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E46CD-F0A9-4217-A5D3-4E0755DC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67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AGENT PROGRAM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0C1CC-E141-407D-9301-790274B1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00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1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Becoming 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1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52F0A-FBFA-4948-83EC-47EE0D37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0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How the role works, what you earn, and how to get started.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D4129-9389-4036-8E62-F6504AED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30289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C92D2A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C92D2A"/>
                </a:solidFill>
                <a:latin typeface="Manrope"/>
                <a:ea typeface="Manrope"/>
                <a:cs typeface="Manrope"/>
              </a:rPr>
              <a:t>SIMPLE AGENT ORIENTATION</a:t>
            </a:r>
          </a:p>
        </p:txBody>
      </p:sp>
    </p:spTree>
    <p:extLst>
      <p:ext uri="{BB962C8B-B14F-4D97-AF65-F5344CB8AC3E}">
        <p14:creationId xmlns:p14="http://schemas.microsoft.com/office/powerpoint/2010/main" val="1792404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2B6A8-7BF4-455C-9CB1-A1E95937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34ACC-9D1C-47EE-9ACE-E47677A1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Pahatud agent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500AD-9F44-4CA8-AA8B-9E662C63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653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You connect local restaurants to Pahatud and help them complete onboarding.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D19E4-2942-4847-926B-81285100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286F7-2C45-4CA9-9834-6D9B3325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38375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Introduce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A2D6D-066D-47A7-B81D-03311299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38425"/>
            <a:ext cx="518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Find restaurants that can benefit from online ordering and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635F1-8FB2-4CF0-912D-4D6F813B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E59A2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59A2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6B0CB-1FEE-4D04-BEE5-558936C8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82735-3521-4D95-946B-FAC297C3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76675"/>
            <a:ext cx="518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Help owners submit restaurant details, documents, and corrections.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105E1-6323-4698-B234-82801DC3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514E2-B86F-411E-9DF3-8F6CD017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14875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Follow progress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BC2C3-39BB-4079-A7D8-116EF78A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14925"/>
            <a:ext cx="518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Track approval and the qualifying orders that create commission.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56442-FFFE-44A7-AF00-6ACCB0B3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6250"/>
            <a:ext cx="4000500" cy="5905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7dc0a94494538"/>
          <a:stretch xmlns:a="http://schemas.openxmlformats.org/drawingml/2006/main"/>
        </p:blipFill>
        <p:spPr>
          <a:xfrm xmlns:a="http://schemas.openxmlformats.org/drawingml/2006/main">
            <a:off x="7715250" y="1399472"/>
            <a:ext cx="3333750" cy="405905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7124C-49C2-46E1-81CE-EC2EEBF1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44208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0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DF962-9C50-4014-AFB8-25648322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E3306-A797-47FF-BCD7-47B42579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Benefits of being an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00751-2726-453D-992F-98081B69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053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program gives you a clear way to grow a restaurant network and see its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37345-C756-49AE-B54C-2E392753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76600" cy="4495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6b3fb82104cc6"/>
          <a:stretch xmlns:a="http://schemas.openxmlformats.org/drawingml/2006/main"/>
        </p:blipFill>
        <p:spPr>
          <a:xfrm xmlns:a="http://schemas.openxmlformats.org/drawingml/2006/main">
            <a:off x="1409700" y="1949450"/>
            <a:ext cx="1828800" cy="406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0DC9E-1B95-4746-B989-C4EAC2EC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56454-80EA-460C-87FE-D8B25EA6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Earn from qualifying orders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12824-8776-49D3-AFA0-0488C790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Your share starts at 20% of Pahatud's commission and can reach 30% as your approved restaurant network grows.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DDDC0-DF4F-4522-AE84-D7FC6E69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81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B8578-6155-4C5A-A8F7-C723AE4D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241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Build your own restaurant network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C73C0-D284-4DCA-8035-4D16E594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908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Enroll restaurants from the portal and monitor each application's 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F8A09-4643-4C10-B7B6-008B8B47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C6917-D880-43E3-B5F6-703BE1B9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See your results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65771-0599-4A12-BFD3-B1E6874B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Track orders, completed order value, total commission, and monthly commission.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BFBD8-5B69-4614-8217-20F3BD5D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0BD3E-9DDF-43AE-9906-3719534C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Support local businesses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08100-6C49-4BE4-A6BE-FD32560B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8160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Help restaurants join the marketplace and connect with delivery customers.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ABDE0-3E60-4088-A71F-35D0507C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2692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A3337-3E55-4D6F-A665-47AE0E80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5AD46-F87F-4896-9C31-0E5D9EE0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Agent application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EDE66-BAE3-4271-A2CC-329921C8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Registration is simple, but Pahatud approval is required before portal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73C92-3AB3-4AB3-B8CD-77E2FF4D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838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B6C0B-143A-466E-A0F8-7997B662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Open the registration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6B900-AC19-4474-B2D8-9499182D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Choose the Agent Program registration page on the Pahatud website.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A60A5-15F5-441A-AD2C-67F70CB1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47900"/>
            <a:ext cx="838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A27B1-4A36-44C0-BB30-6E1F94F2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Enter your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392F6-98CF-4126-99E7-B1364073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62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Provide your full name, email, mobile number, and a password of at least eight characters.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F46D0-BEFA-428D-9C2D-EDA070B4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838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E03C8-B88F-431F-9456-B1E4F8F1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Submit and check 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567A6-C897-48F6-BE1B-790A0591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Accept the program terms and look for the registration confirmation.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2CD2C-8E67-471F-A0DF-16DB7F9A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47900"/>
            <a:ext cx="838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0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0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04E64-6E75-4AA9-9A97-EA7A5DEF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Wait for the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9B82D-95AC-4ED7-BA9E-153F6923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62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 emails the approval or decline decision. Approved agents can sign 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2D193-F750-4451-9106-D8847A72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B1880-701E-4710-A573-F288D72D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43600"/>
            <a:ext cx="10325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No application fee. Account access begins after approval.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BAE8C-0FF5-4F17-8642-C7FF8041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4645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8EF73-0BD1-4E37-8C3D-72B34DFA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485ED-B0D3-4F50-B13D-272C096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Restaurant enrollment and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C8B9F-97A1-48B7-9320-06295B1D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After your account is approved, your main job is helping restaurants complete the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AE111-A7DD-489F-B430-2E5935E3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What you submit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D846B-DEFB-4EFD-B111-DC3AF2A4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52A79-750D-4B81-BCEC-20CC89AC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193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Business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B7A25-C453-4707-871B-5935D13D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4324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Restaurant name, contacts, address, city, business structure, TIN, and payout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2D39B-6EF5-426E-BC79-D2B91CD5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E59A2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59A2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8B7E5-A694-4715-A5CE-4C0D8A20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5762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Required documents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EDDA7-3FC0-4EC0-8EB9-7BFF2AF5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4324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 valid government ID and the correct DTI, SEC, or CDA registration certificate.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9984C-876C-4F4E-B9EB-53392F38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C5DF9-4A10-415E-BD73-50C860BC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958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Authorization when needed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B1229-1637-411F-AF51-0299F578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95925"/>
            <a:ext cx="4324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 representative must include an authorization letter, secretary's certificate, board resolution, or SPA.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A2C57-E2AD-42D1-8218-E30AA75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57375"/>
            <a:ext cx="5067300" cy="4133850"/>
          </a:xfrm>
          <a:prstGeom xmlns:a="http://schemas.openxmlformats.org/drawingml/2006/main" prst="roundRect">
            <a:avLst>
              <a:gd name="adj" fmla="val 55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810FE-92CF-4859-B53C-C18D104E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Approval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D7CBF-D813-4D65-9B2C-FA37F185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19400"/>
            <a:ext cx="4171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restaurant counts toward your commission tier only after Pahatud gives final approval.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98A79-D7E1-4A50-A773-7F60A12C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4171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Missing files may be uploaded later. Approval waits until all required information and documents are complete, approved, and current.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A5B4F-D8C5-4AB7-9802-87B14C7A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197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5186ea3c14e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52768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C07E0-9DB9-4529-9640-0E298B6D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197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1518a5a9944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52768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3F8D3-226E-4A23-82E8-85C59C59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487d6227747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6400" y="52768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2054E-C8A4-4B8D-A44C-78653DBF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86302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02C663-74D1-47D3-9D30-0D12242A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5220E-447A-4C5A-8DEB-D8825835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3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Commission tiers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8403E-CA2F-4FE8-887B-F13D6350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Your current 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E2231-5C1F-4CE4-83E4-C902F91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You currently have 3 approved restaurants and receive 20.00% of Pahatud’s commission on new qualifying orders.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57EBF-63B9-4235-8340-03ED3E0C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4290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EF302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BDA7D-F26E-421C-ADA6-8F2B8F21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FFFFFF">
                    <a:alpha val="85098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FFFFFF">
                    <a:alpha val="85098"/>
                  </a:srgbClr>
                </a:solidFill>
                <a:latin typeface="Manrope"/>
                <a:ea typeface="Manrope"/>
                <a:cs typeface="Manrope"/>
              </a:rPr>
              <a:t>APPROVED RESTAURANTS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E2345-DA45-49C7-AF24-6D3E8C56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YOUR CURRENT 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F07E3-15FE-47E4-ACF5-70CB7F7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0–34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5DB60-9679-43D7-90F0-2101F673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20.00%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5D965-2FE3-4495-A515-E941B395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051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 i="0">
                <a:solidFill>
                  <a:srgbClr val="FFFFFF">
                    <a:alpha val="85098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50" b="0" i="0">
                <a:solidFill>
                  <a:srgbClr val="FFFFFF">
                    <a:alpha val="85098"/>
                  </a:srgbClr>
                </a:solidFill>
                <a:latin typeface="DM Sans"/>
                <a:ea typeface="DM Sans"/>
                <a:cs typeface="DM Sans"/>
              </a:rPr>
              <a:t>of Pahatud’s commission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736E5-F2B7-4ACF-A4B8-A257BCB4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FEA16-43ED-497E-850F-A63EDE80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 i="0">
                <a:solidFill>
                  <a:srgbClr val="FFFFFF">
                    <a:alpha val="85098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50" b="0" i="0">
                <a:solidFill>
                  <a:srgbClr val="FFFFFF">
                    <a:alpha val="85098"/>
                  </a:srgbClr>
                </a:solidFill>
                <a:latin typeface="DM Sans"/>
                <a:ea typeface="DM Sans"/>
                <a:cs typeface="DM Sans"/>
              </a:rPr>
              <a:t>On an example ₱1,000.00 eligible subtotal at a 20.00% Pahatud rate, the agent earns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E8FAC-D58D-481B-996D-76B295F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₱40.00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AC386-51AE-4757-A07A-ABC2B805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4290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B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447F0-FE2B-415D-9498-711BE6C6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383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62696D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62696D"/>
                </a:solidFill>
                <a:latin typeface="Manrope"/>
                <a:ea typeface="Manrope"/>
                <a:cs typeface="Manrope"/>
              </a:rPr>
              <a:t>APPROVED RESTAURANTS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60DD1-DADD-44E8-A2ED-7C4DB226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526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35–49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ECA0A-51C8-4E26-86A5-1FB137E6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30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25.00%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D55C1-A15E-4409-9287-04FD7A67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051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0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of Pahatud’s commission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2F472-CEFB-4D3B-831E-1474CE8B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76625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F5C94-DF5B-483B-A174-36EFBFD9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0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On an example ₱1,000.00 eligible subtotal at a 20.00% Pahatud rate, the agent earns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663CC-B889-4BE0-B6F6-7F49D4F9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₱50.00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46729E-2C3C-40F0-93F3-794C3E92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34290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B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E083E-7D04-4F15-8FEB-2F674656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62696D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62696D"/>
                </a:solidFill>
                <a:latin typeface="Manrope"/>
                <a:ea typeface="Manrope"/>
                <a:cs typeface="Manrope"/>
              </a:rPr>
              <a:t>APPROVED RESTAURANTS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2518A5-3880-4C9F-A47C-725F38B3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526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50 or more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211F1-99BD-4EA8-9A78-2D21372F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30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30.00%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E89FAF-9E00-488E-83CA-2F46C467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051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0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of Pahatud’s commission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EFF0A4-05C1-457D-A882-796ACCF3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76625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32D4A4-E347-4BA2-9BBD-8CEF06B0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0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On an example ₱1,000.00 eligible subtotal at a 20.00% Pahatud rate, the agent earns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F9D9C6-BABF-41AB-8D35-1AF6B638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862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₱60.00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31CCE5-53A1-4C45-8B73-84B32A6D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3149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B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E13088-3EDB-48F5-A2C6-034E0493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CAECDC-0A02-44E5-9658-E6DB9644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43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Approval determines the count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652224-3EB9-4264-B267-9733DF95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006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9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 restaurant counts only while its application status is Approved. Pending, under-review, declined, or expired-document applications do not count.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740ECB-AD05-4A8F-ACCA-BF7809B1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53149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B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E69E21-53C1-4B8B-80E2-751C3530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720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76E48D-84C3-4243-BE95-551FA0F1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05325"/>
            <a:ext cx="443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rate is checked when an order qualifies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13ED55-2B96-480D-905E-E9B29136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006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9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When an assigned restaurant’s eligible order is delivered, the system checks the agent’s approved-restaurant total and selects the active tier.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7861D4-A13B-482D-A55E-E2327862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53149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B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2F4519-26EB-4746-8B21-A4F9A488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7A2285-1ACE-4135-B801-216DC82F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10225"/>
            <a:ext cx="443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tier covers the whole network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7D31CC-B478-4DE7-AC6D-996BADD3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9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After a threshold is reached, that rate applies to future qualifying orders from every restaurant assigned to the agent, including restaurants enrolled earlier.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46DA16-B537-4A47-8645-22E3F2B3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3149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B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A3B275-3100-4339-BA91-F5291DD3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769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706CFC-AA40-482F-8092-6FA11707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10225"/>
            <a:ext cx="443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Recorded commissions stay unchanged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1DD0CA-0C7B-4535-A16D-62F48DD2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9055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9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Each commission entry saves the rate used for that order. Moving to a higher or lower tier never recalculates an existing entry.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444F58-AABA-4101-A3FE-A7332323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6433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C5045C-729D-478A-A81B-509BBBEE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EFADB-597F-4BB9-8043-825B4E30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689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3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What the Agent Dashboard tracks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AB4AA-4CB1-4C54-AD88-8D293DF5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689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Your portal connects restaurant progress, order activity, and commission reporting.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788F5-809C-4F18-8240-29670B41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Approved restaurants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4DA01-F6C2-4F53-A036-DA590516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Partners currently counted toward your tier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B3DC2-2A67-48F0-979B-3509A442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5262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Current commission share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B8827-BDA5-4ABF-A751-9FA90674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622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tier rate used for new qualifying orders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803ED-D4E0-4131-BDE1-196E8A28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Orders generated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41ABA-CECD-4892-AA1F-662C1C8B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Orders connected to your restaurant 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1F98C-7469-40FC-BCFC-C1753497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337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Completed order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D1B6C-7C85-44AF-8BC6-95A56C12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433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Delivered order value recorded by the platform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0D464-09F6-47F5-ACC9-CA700C4B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Total 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58ACE-0D7C-454F-82F2-D4678636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Earned commission across qualifying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DE908-3258-49EA-AC02-B8F4D982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148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This month's commission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D9D86-82C8-48B1-83EB-D9153CA3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2447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Commission activity for the current month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A76A3-C94C-4BD3-84E8-B615F348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85800"/>
            <a:ext cx="3648075" cy="5524500"/>
          </a:xfrm>
          <a:prstGeom xmlns:a="http://schemas.openxmlformats.org/drawingml/2006/main" prst="roundRect">
            <a:avLst>
              <a:gd name="adj" fmla="val 6266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8d876cd504357"/>
          <a:stretch xmlns:a="http://schemas.openxmlformats.org/drawingml/2006/main"/>
        </p:blipFill>
        <p:spPr>
          <a:xfrm xmlns:a="http://schemas.openxmlformats.org/drawingml/2006/main">
            <a:off x="8723709" y="990600"/>
            <a:ext cx="1907381" cy="42386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D6CA7-B1F2-4A47-AC56-F52E5DFA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91150"/>
            <a:ext cx="3171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C92D2A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C92D2A"/>
                </a:solidFill>
                <a:latin typeface="Manrope"/>
                <a:ea typeface="Manrope"/>
                <a:cs typeface="Manrope"/>
              </a:rPr>
              <a:t>Reports show pending, approved, paid, and reversed entries. Pahatud operations coordinates approved payouts.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66BE4-3DEB-4A00-B6B4-F9C79F69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0933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1A4BE-8078-4792-A406-15062E96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-266700"/>
            <a:ext cx="6286500" cy="7391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5FD12-9FCB-43B8-9374-168C1004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735ee58574d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5810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627A5-857B-4B1C-908F-66A44580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Your first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5551B-4405-40B8-9326-F842D941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342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61162-7A13-4781-A612-3C6A4B23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Open the Pahatud Agent Program registration page.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3E75D-6822-4FD2-AC58-BF47868C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342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90C29-20BA-4324-8AD2-EB8FFBAD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Submit your details and wait for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DDE8C-8F79-4212-B0BA-9D98CE10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42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85708-BAE0-448C-9DCA-630AA114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9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Sign in and enroll your first restaurant.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DF551-27C5-4608-BD33-F33FF42E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342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F955C-C0ED-4D94-8504-55575AEB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Check restaurant status and commission reports regularly.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ACE3F-00FA-4A9D-B3B5-C824DC7F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Agent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E55A5-31C7-45ED-8FFA-2D50F39E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info@pahatud.com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ba86701984d4b"/>
          <a:stretch xmlns:a="http://schemas.openxmlformats.org/drawingml/2006/main"/>
        </p:blipFill>
        <p:spPr>
          <a:xfrm xmlns:a="http://schemas.openxmlformats.org/drawingml/2006/main">
            <a:off x="7524750" y="1681963"/>
            <a:ext cx="4133850" cy="3417873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76449-1BDA-47A4-8D5E-462B4C42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197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Approval comes first. Earnings begin only after qualifying delivered orders from approved restaurants.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3C9C6-52BB-45E5-BEF5-04D13071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67776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2026-09-29T08:26:58.3100000Z</dcterms:created>
  <dcterms:modified xsi:type="dcterms:W3CDTF">2026-09-29T08:26:58.3100000Z</dcterms:modified>
</coreProperties>
</file>